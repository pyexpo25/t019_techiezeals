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Anaheim" panose="020B0604020202020204" charset="0"/>
      <p:regular r:id="rId11"/>
      <p:bold r:id="rId12"/>
    </p:embeddedFont>
    <p:embeddedFont>
      <p:font typeface="Atkinson Hyperlegible" panose="020B0604020202020204" charset="0"/>
      <p:regular r:id="rId13"/>
      <p:bold r:id="rId14"/>
      <p:italic r:id="rId15"/>
      <p:boldItalic r:id="rId16"/>
    </p:embeddedFont>
    <p:embeddedFont>
      <p:font typeface="Browallia New" panose="020B0604020202020204" pitchFamily="34" charset="-34"/>
      <p:regular r:id="rId17"/>
      <p:bold r:id="rId18"/>
      <p:italic r:id="rId19"/>
      <p:boldItalic r:id="rId20"/>
    </p:embeddedFont>
    <p:embeddedFont>
      <p:font typeface="Playfair Display" panose="00000500000000000000" pitchFamily="2" charset="0"/>
      <p:regular r:id="rId21"/>
      <p:bold r:id="rId22"/>
      <p:italic r:id="rId23"/>
      <p:boldItalic r:id="rId24"/>
    </p:embeddedFont>
    <p:embeddedFont>
      <p:font typeface="Poppins Light" panose="00000400000000000000" pitchFamily="2" charset="0"/>
      <p:regular r:id="rId25"/>
      <p:bold r:id="rId26"/>
      <p:italic r:id="rId27"/>
      <p:boldItalic r:id="rId28"/>
    </p:embeddedFont>
    <p:embeddedFont>
      <p:font typeface="SimSun-ExtB" panose="02010609060101010101" pitchFamily="49" charset="-122"/>
      <p:regular r:id="rId29"/>
    </p:embeddedFont>
    <p:embeddedFont>
      <p:font typeface="Yeseva One" panose="020B0604020202020204"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6B6B"/>
    <a:srgbClr val="002F75"/>
    <a:srgbClr val="5C305B"/>
    <a:srgbClr val="0028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34CB55-4FB0-4511-8E91-06DBAB83A236}" v="389" dt="2025-02-13T15:32:26.580"/>
    <p1510:client id="{D4DC8A5D-603C-B614-4996-956DFEC8326C}" v="1054" dt="2025-02-14T11:18:02.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02" d="100"/>
          <a:sy n="102" d="100"/>
        </p:scale>
        <p:origin x="72"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font" Target="fonts/font1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font" Target="fonts/font18.fntdata"/><Relationship Id="rId36" Type="http://schemas.microsoft.com/office/2015/10/relationships/revisionInfo" Target="revisionInfo.xml"/><Relationship Id="rId10" Type="http://schemas.openxmlformats.org/officeDocument/2006/relationships/notesMaster" Target="notesMasters/notesMaster1.xml"/><Relationship Id="rId19" Type="http://schemas.openxmlformats.org/officeDocument/2006/relationships/font" Target="fonts/font9.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font" Target="fonts/font20.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bari Nathan" userId="979854af18ea65e5" providerId="Windows Live" clId="Web-{B134CB55-4FB0-4511-8E91-06DBAB83A236}"/>
    <pc:docChg chg="modSld">
      <pc:chgData name="Sabari Nathan" userId="979854af18ea65e5" providerId="Windows Live" clId="Web-{B134CB55-4FB0-4511-8E91-06DBAB83A236}" dt="2025-02-13T15:32:26.580" v="272"/>
      <pc:docMkLst>
        <pc:docMk/>
      </pc:docMkLst>
      <pc:sldChg chg="modSp">
        <pc:chgData name="Sabari Nathan" userId="979854af18ea65e5" providerId="Windows Live" clId="Web-{B134CB55-4FB0-4511-8E91-06DBAB83A236}" dt="2025-02-13T14:36:33.946" v="63" actId="1076"/>
        <pc:sldMkLst>
          <pc:docMk/>
          <pc:sldMk cId="0" sldId="257"/>
        </pc:sldMkLst>
        <pc:spChg chg="mod">
          <ac:chgData name="Sabari Nathan" userId="979854af18ea65e5" providerId="Windows Live" clId="Web-{B134CB55-4FB0-4511-8E91-06DBAB83A236}" dt="2025-02-13T14:19:39.905" v="15" actId="1076"/>
          <ac:spMkLst>
            <pc:docMk/>
            <pc:sldMk cId="0" sldId="257"/>
            <ac:spMk id="319" creationId="{00000000-0000-0000-0000-000000000000}"/>
          </ac:spMkLst>
        </pc:spChg>
        <pc:spChg chg="mod">
          <ac:chgData name="Sabari Nathan" userId="979854af18ea65e5" providerId="Windows Live" clId="Web-{B134CB55-4FB0-4511-8E91-06DBAB83A236}" dt="2025-02-13T14:36:33.946" v="63" actId="1076"/>
          <ac:spMkLst>
            <pc:docMk/>
            <pc:sldMk cId="0" sldId="257"/>
            <ac:spMk id="320" creationId="{00000000-0000-0000-0000-000000000000}"/>
          </ac:spMkLst>
        </pc:spChg>
      </pc:sldChg>
      <pc:sldChg chg="addSp delSp modSp">
        <pc:chgData name="Sabari Nathan" userId="979854af18ea65e5" providerId="Windows Live" clId="Web-{B134CB55-4FB0-4511-8E91-06DBAB83A236}" dt="2025-02-13T14:43:22.304" v="91" actId="14100"/>
        <pc:sldMkLst>
          <pc:docMk/>
          <pc:sldMk cId="0" sldId="258"/>
        </pc:sldMkLst>
        <pc:spChg chg="add del mod">
          <ac:chgData name="Sabari Nathan" userId="979854af18ea65e5" providerId="Windows Live" clId="Web-{B134CB55-4FB0-4511-8E91-06DBAB83A236}" dt="2025-02-13T14:43:22.304" v="91" actId="14100"/>
          <ac:spMkLst>
            <pc:docMk/>
            <pc:sldMk cId="0" sldId="258"/>
            <ac:spMk id="331" creationId="{00000000-0000-0000-0000-000000000000}"/>
          </ac:spMkLst>
        </pc:spChg>
        <pc:spChg chg="mod">
          <ac:chgData name="Sabari Nathan" userId="979854af18ea65e5" providerId="Windows Live" clId="Web-{B134CB55-4FB0-4511-8E91-06DBAB83A236}" dt="2025-02-13T14:33:53.093" v="45" actId="1076"/>
          <ac:spMkLst>
            <pc:docMk/>
            <pc:sldMk cId="0" sldId="258"/>
            <ac:spMk id="332" creationId="{00000000-0000-0000-0000-000000000000}"/>
          </ac:spMkLst>
        </pc:spChg>
        <pc:spChg chg="add del mod">
          <ac:chgData name="Sabari Nathan" userId="979854af18ea65e5" providerId="Windows Live" clId="Web-{B134CB55-4FB0-4511-8E91-06DBAB83A236}" dt="2025-02-13T14:42:33.507" v="83"/>
          <ac:spMkLst>
            <pc:docMk/>
            <pc:sldMk cId="0" sldId="258"/>
            <ac:spMk id="333" creationId="{00000000-0000-0000-0000-000000000000}"/>
          </ac:spMkLst>
        </pc:spChg>
      </pc:sldChg>
      <pc:sldChg chg="addSp delSp modSp">
        <pc:chgData name="Sabari Nathan" userId="979854af18ea65e5" providerId="Windows Live" clId="Web-{B134CB55-4FB0-4511-8E91-06DBAB83A236}" dt="2025-02-13T15:19:52.703" v="189" actId="20577"/>
        <pc:sldMkLst>
          <pc:docMk/>
          <pc:sldMk cId="0" sldId="259"/>
        </pc:sldMkLst>
        <pc:spChg chg="add del">
          <ac:chgData name="Sabari Nathan" userId="979854af18ea65e5" providerId="Windows Live" clId="Web-{B134CB55-4FB0-4511-8E91-06DBAB83A236}" dt="2025-02-13T15:05:24.065" v="109"/>
          <ac:spMkLst>
            <pc:docMk/>
            <pc:sldMk cId="0" sldId="259"/>
            <ac:spMk id="4" creationId="{696FA216-110D-BE06-AD52-C3E6FF22B3E0}"/>
          </ac:spMkLst>
        </pc:spChg>
        <pc:spChg chg="add del">
          <ac:chgData name="Sabari Nathan" userId="979854af18ea65e5" providerId="Windows Live" clId="Web-{B134CB55-4FB0-4511-8E91-06DBAB83A236}" dt="2025-02-13T15:05:24.175" v="111"/>
          <ac:spMkLst>
            <pc:docMk/>
            <pc:sldMk cId="0" sldId="259"/>
            <ac:spMk id="5" creationId="{77834A4A-B7DA-39B8-E34D-ECA49749A89A}"/>
          </ac:spMkLst>
        </pc:spChg>
        <pc:spChg chg="add del">
          <ac:chgData name="Sabari Nathan" userId="979854af18ea65e5" providerId="Windows Live" clId="Web-{B134CB55-4FB0-4511-8E91-06DBAB83A236}" dt="2025-02-13T15:05:58.206" v="113"/>
          <ac:spMkLst>
            <pc:docMk/>
            <pc:sldMk cId="0" sldId="259"/>
            <ac:spMk id="6" creationId="{74225EAE-D0CE-51EE-8D1A-66A61198CBBE}"/>
          </ac:spMkLst>
        </pc:spChg>
        <pc:spChg chg="add mod">
          <ac:chgData name="Sabari Nathan" userId="979854af18ea65e5" providerId="Windows Live" clId="Web-{B134CB55-4FB0-4511-8E91-06DBAB83A236}" dt="2025-02-13T15:19:41.234" v="187" actId="1076"/>
          <ac:spMkLst>
            <pc:docMk/>
            <pc:sldMk cId="0" sldId="259"/>
            <ac:spMk id="7" creationId="{D80C7287-956D-907C-26B5-D52A95B600A2}"/>
          </ac:spMkLst>
        </pc:spChg>
        <pc:spChg chg="add mod">
          <ac:chgData name="Sabari Nathan" userId="979854af18ea65e5" providerId="Windows Live" clId="Web-{B134CB55-4FB0-4511-8E91-06DBAB83A236}" dt="2025-02-13T15:19:52.703" v="189" actId="20577"/>
          <ac:spMkLst>
            <pc:docMk/>
            <pc:sldMk cId="0" sldId="259"/>
            <ac:spMk id="8" creationId="{3C38C657-3D1A-418C-EE23-A2A4E72C8BB1}"/>
          </ac:spMkLst>
        </pc:spChg>
        <pc:spChg chg="del mod">
          <ac:chgData name="Sabari Nathan" userId="979854af18ea65e5" providerId="Windows Live" clId="Web-{B134CB55-4FB0-4511-8E91-06DBAB83A236}" dt="2025-02-13T14:56:09.505" v="97"/>
          <ac:spMkLst>
            <pc:docMk/>
            <pc:sldMk cId="0" sldId="259"/>
            <ac:spMk id="371" creationId="{00000000-0000-0000-0000-000000000000}"/>
          </ac:spMkLst>
        </pc:spChg>
        <pc:spChg chg="mod">
          <ac:chgData name="Sabari Nathan" userId="979854af18ea65e5" providerId="Windows Live" clId="Web-{B134CB55-4FB0-4511-8E91-06DBAB83A236}" dt="2025-02-13T14:56:00.223" v="95" actId="1076"/>
          <ac:spMkLst>
            <pc:docMk/>
            <pc:sldMk cId="0" sldId="259"/>
            <ac:spMk id="372" creationId="{00000000-0000-0000-0000-000000000000}"/>
          </ac:spMkLst>
        </pc:spChg>
        <pc:picChg chg="add del mod">
          <ac:chgData name="Sabari Nathan" userId="979854af18ea65e5" providerId="Windows Live" clId="Web-{B134CB55-4FB0-4511-8E91-06DBAB83A236}" dt="2025-02-13T15:11:12.158" v="126"/>
          <ac:picMkLst>
            <pc:docMk/>
            <pc:sldMk cId="0" sldId="259"/>
            <ac:picMk id="2" creationId="{04811D4E-E001-0886-46F6-2858BCAD4628}"/>
          </ac:picMkLst>
        </pc:picChg>
        <pc:picChg chg="add del mod">
          <ac:chgData name="Sabari Nathan" userId="979854af18ea65e5" providerId="Windows Live" clId="Web-{B134CB55-4FB0-4511-8E91-06DBAB83A236}" dt="2025-02-13T15:04:12.800" v="104"/>
          <ac:picMkLst>
            <pc:docMk/>
            <pc:sldMk cId="0" sldId="259"/>
            <ac:picMk id="3" creationId="{9E915742-B5D1-6281-DC7B-2DB213C0D29F}"/>
          </ac:picMkLst>
        </pc:picChg>
        <pc:picChg chg="add mod">
          <ac:chgData name="Sabari Nathan" userId="979854af18ea65e5" providerId="Windows Live" clId="Web-{B134CB55-4FB0-4511-8E91-06DBAB83A236}" dt="2025-02-13T15:19:48.937" v="188" actId="1076"/>
          <ac:picMkLst>
            <pc:docMk/>
            <pc:sldMk cId="0" sldId="259"/>
            <ac:picMk id="9" creationId="{7FE74F57-3514-CE08-F4E9-9C55B760D45F}"/>
          </ac:picMkLst>
        </pc:picChg>
        <pc:picChg chg="mod">
          <ac:chgData name="Sabari Nathan" userId="979854af18ea65e5" providerId="Windows Live" clId="Web-{B134CB55-4FB0-4511-8E91-06DBAB83A236}" dt="2025-02-13T14:55:54.364" v="94" actId="1076"/>
          <ac:picMkLst>
            <pc:docMk/>
            <pc:sldMk cId="0" sldId="259"/>
            <ac:picMk id="376" creationId="{00000000-0000-0000-0000-000000000000}"/>
          </ac:picMkLst>
        </pc:picChg>
      </pc:sldChg>
      <pc:sldChg chg="addSp delSp modSp">
        <pc:chgData name="Sabari Nathan" userId="979854af18ea65e5" providerId="Windows Live" clId="Web-{B134CB55-4FB0-4511-8E91-06DBAB83A236}" dt="2025-02-13T15:28:22.830" v="228" actId="20577"/>
        <pc:sldMkLst>
          <pc:docMk/>
          <pc:sldMk cId="0" sldId="261"/>
        </pc:sldMkLst>
        <pc:spChg chg="add mod">
          <ac:chgData name="Sabari Nathan" userId="979854af18ea65e5" providerId="Windows Live" clId="Web-{B134CB55-4FB0-4511-8E91-06DBAB83A236}" dt="2025-02-13T15:26:16.705" v="209" actId="20577"/>
          <ac:spMkLst>
            <pc:docMk/>
            <pc:sldMk cId="0" sldId="261"/>
            <ac:spMk id="2" creationId="{914E735B-FC7E-A8CE-6DB1-CEFAB275ABF1}"/>
          </ac:spMkLst>
        </pc:spChg>
        <pc:spChg chg="add mod">
          <ac:chgData name="Sabari Nathan" userId="979854af18ea65e5" providerId="Windows Live" clId="Web-{B134CB55-4FB0-4511-8E91-06DBAB83A236}" dt="2025-02-13T15:27:03.720" v="216" actId="20577"/>
          <ac:spMkLst>
            <pc:docMk/>
            <pc:sldMk cId="0" sldId="261"/>
            <ac:spMk id="3" creationId="{3527766A-A753-1120-2FBD-9E616265DD94}"/>
          </ac:spMkLst>
        </pc:spChg>
        <pc:spChg chg="add mod">
          <ac:chgData name="Sabari Nathan" userId="979854af18ea65e5" providerId="Windows Live" clId="Web-{B134CB55-4FB0-4511-8E91-06DBAB83A236}" dt="2025-02-13T15:28:06.048" v="224" actId="1076"/>
          <ac:spMkLst>
            <pc:docMk/>
            <pc:sldMk cId="0" sldId="261"/>
            <ac:spMk id="4" creationId="{355DC1C2-3724-6415-3CE3-F0AD2FD05A3C}"/>
          </ac:spMkLst>
        </pc:spChg>
        <pc:spChg chg="del mod">
          <ac:chgData name="Sabari Nathan" userId="979854af18ea65e5" providerId="Windows Live" clId="Web-{B134CB55-4FB0-4511-8E91-06DBAB83A236}" dt="2025-02-13T15:24:55.518" v="195"/>
          <ac:spMkLst>
            <pc:docMk/>
            <pc:sldMk cId="0" sldId="261"/>
            <ac:spMk id="406" creationId="{00000000-0000-0000-0000-000000000000}"/>
          </ac:spMkLst>
        </pc:spChg>
        <pc:spChg chg="mod">
          <ac:chgData name="Sabari Nathan" userId="979854af18ea65e5" providerId="Windows Live" clId="Web-{B134CB55-4FB0-4511-8E91-06DBAB83A236}" dt="2025-02-13T15:28:22.830" v="228" actId="20577"/>
          <ac:spMkLst>
            <pc:docMk/>
            <pc:sldMk cId="0" sldId="261"/>
            <ac:spMk id="409" creationId="{00000000-0000-0000-0000-000000000000}"/>
          </ac:spMkLst>
        </pc:spChg>
      </pc:sldChg>
      <pc:sldChg chg="addSp delSp modSp">
        <pc:chgData name="Sabari Nathan" userId="979854af18ea65e5" providerId="Windows Live" clId="Web-{B134CB55-4FB0-4511-8E91-06DBAB83A236}" dt="2025-02-13T15:32:26.580" v="272"/>
        <pc:sldMkLst>
          <pc:docMk/>
          <pc:sldMk cId="0" sldId="262"/>
        </pc:sldMkLst>
        <pc:spChg chg="add del mod">
          <ac:chgData name="Sabari Nathan" userId="979854af18ea65e5" providerId="Windows Live" clId="Web-{B134CB55-4FB0-4511-8E91-06DBAB83A236}" dt="2025-02-13T15:32:26.580" v="272"/>
          <ac:spMkLst>
            <pc:docMk/>
            <pc:sldMk cId="0" sldId="262"/>
            <ac:spMk id="2" creationId="{BA5DFE10-4746-92E4-24F8-BBE6783506BA}"/>
          </ac:spMkLst>
        </pc:spChg>
        <pc:spChg chg="mod">
          <ac:chgData name="Sabari Nathan" userId="979854af18ea65e5" providerId="Windows Live" clId="Web-{B134CB55-4FB0-4511-8E91-06DBAB83A236}" dt="2025-02-13T15:28:47.471" v="229" actId="14100"/>
          <ac:spMkLst>
            <pc:docMk/>
            <pc:sldMk cId="0" sldId="262"/>
            <ac:spMk id="420" creationId="{00000000-0000-0000-0000-000000000000}"/>
          </ac:spMkLst>
        </pc:spChg>
        <pc:spChg chg="mod">
          <ac:chgData name="Sabari Nathan" userId="979854af18ea65e5" providerId="Windows Live" clId="Web-{B134CB55-4FB0-4511-8E91-06DBAB83A236}" dt="2025-02-13T15:30:45.252" v="251" actId="14100"/>
          <ac:spMkLst>
            <pc:docMk/>
            <pc:sldMk cId="0" sldId="262"/>
            <ac:spMk id="421" creationId="{00000000-0000-0000-0000-000000000000}"/>
          </ac:spMkLst>
        </pc:spChg>
        <pc:spChg chg="mod">
          <ac:chgData name="Sabari Nathan" userId="979854af18ea65e5" providerId="Windows Live" clId="Web-{B134CB55-4FB0-4511-8E91-06DBAB83A236}" dt="2025-02-13T15:30:21.721" v="247" actId="20577"/>
          <ac:spMkLst>
            <pc:docMk/>
            <pc:sldMk cId="0" sldId="262"/>
            <ac:spMk id="422" creationId="{00000000-0000-0000-0000-000000000000}"/>
          </ac:spMkLst>
        </pc:spChg>
        <pc:spChg chg="del">
          <ac:chgData name="Sabari Nathan" userId="979854af18ea65e5" providerId="Windows Live" clId="Web-{B134CB55-4FB0-4511-8E91-06DBAB83A236}" dt="2025-02-13T15:30:36.502" v="250"/>
          <ac:spMkLst>
            <pc:docMk/>
            <pc:sldMk cId="0" sldId="262"/>
            <ac:spMk id="423" creationId="{00000000-0000-0000-0000-000000000000}"/>
          </ac:spMkLst>
        </pc:spChg>
        <pc:spChg chg="del mod">
          <ac:chgData name="Sabari Nathan" userId="979854af18ea65e5" providerId="Windows Live" clId="Web-{B134CB55-4FB0-4511-8E91-06DBAB83A236}" dt="2025-02-13T15:30:32.518" v="249"/>
          <ac:spMkLst>
            <pc:docMk/>
            <pc:sldMk cId="0" sldId="262"/>
            <ac:spMk id="424" creationId="{00000000-0000-0000-0000-000000000000}"/>
          </ac:spMkLst>
        </pc:spChg>
        <pc:grpChg chg="add del mod">
          <ac:chgData name="Sabari Nathan" userId="979854af18ea65e5" providerId="Windows Live" clId="Web-{B134CB55-4FB0-4511-8E91-06DBAB83A236}" dt="2025-02-13T15:31:26.970" v="256"/>
          <ac:grpSpMkLst>
            <pc:docMk/>
            <pc:sldMk cId="0" sldId="262"/>
            <ac:grpSpMk id="419" creationId="{00000000-0000-0000-0000-000000000000}"/>
          </ac:grpSpMkLst>
        </pc:grpChg>
        <pc:picChg chg="mod">
          <ac:chgData name="Sabari Nathan" userId="979854af18ea65e5" providerId="Windows Live" clId="Web-{B134CB55-4FB0-4511-8E91-06DBAB83A236}" dt="2025-02-13T15:29:47.065" v="242" actId="14100"/>
          <ac:picMkLst>
            <pc:docMk/>
            <pc:sldMk cId="0" sldId="262"/>
            <ac:picMk id="428" creationId="{00000000-0000-0000-0000-000000000000}"/>
          </ac:picMkLst>
        </pc:picChg>
      </pc:sldChg>
    </pc:docChg>
  </pc:docChgLst>
  <pc:docChgLst>
    <pc:chgData name="sanjayjeya2006@gmail.com" userId="e50a16cb642d874b" providerId="LiveId" clId="{F63A2943-9383-4437-A73B-EA6797144348}"/>
    <pc:docChg chg="undo custSel modSld">
      <pc:chgData name="sanjayjeya2006@gmail.com" userId="e50a16cb642d874b" providerId="LiveId" clId="{F63A2943-9383-4437-A73B-EA6797144348}" dt="2025-02-14T14:12:50.285" v="782" actId="20577"/>
      <pc:docMkLst>
        <pc:docMk/>
      </pc:docMkLst>
      <pc:sldChg chg="modSp mod">
        <pc:chgData name="sanjayjeya2006@gmail.com" userId="e50a16cb642d874b" providerId="LiveId" clId="{F63A2943-9383-4437-A73B-EA6797144348}" dt="2025-02-14T14:00:15.273" v="143" actId="20577"/>
        <pc:sldMkLst>
          <pc:docMk/>
          <pc:sldMk cId="0" sldId="256"/>
        </pc:sldMkLst>
        <pc:spChg chg="mod">
          <ac:chgData name="sanjayjeya2006@gmail.com" userId="e50a16cb642d874b" providerId="LiveId" clId="{F63A2943-9383-4437-A73B-EA6797144348}" dt="2025-02-14T14:00:15.273" v="143" actId="20577"/>
          <ac:spMkLst>
            <pc:docMk/>
            <pc:sldMk cId="0" sldId="256"/>
            <ac:spMk id="293" creationId="{00000000-0000-0000-0000-000000000000}"/>
          </ac:spMkLst>
        </pc:spChg>
      </pc:sldChg>
      <pc:sldChg chg="modSp mod">
        <pc:chgData name="sanjayjeya2006@gmail.com" userId="e50a16cb642d874b" providerId="LiveId" clId="{F63A2943-9383-4437-A73B-EA6797144348}" dt="2025-02-14T14:12:50.285" v="782" actId="20577"/>
        <pc:sldMkLst>
          <pc:docMk/>
          <pc:sldMk cId="0" sldId="262"/>
        </pc:sldMkLst>
        <pc:spChg chg="mod">
          <ac:chgData name="sanjayjeya2006@gmail.com" userId="e50a16cb642d874b" providerId="LiveId" clId="{F63A2943-9383-4437-A73B-EA6797144348}" dt="2025-02-14T14:01:39.626" v="152" actId="1076"/>
          <ac:spMkLst>
            <pc:docMk/>
            <pc:sldMk cId="0" sldId="262"/>
            <ac:spMk id="418" creationId="{00000000-0000-0000-0000-000000000000}"/>
          </ac:spMkLst>
        </pc:spChg>
        <pc:spChg chg="mod">
          <ac:chgData name="sanjayjeya2006@gmail.com" userId="e50a16cb642d874b" providerId="LiveId" clId="{F63A2943-9383-4437-A73B-EA6797144348}" dt="2025-02-14T14:09:28.133" v="505" actId="14100"/>
          <ac:spMkLst>
            <pc:docMk/>
            <pc:sldMk cId="0" sldId="262"/>
            <ac:spMk id="420" creationId="{00000000-0000-0000-0000-000000000000}"/>
          </ac:spMkLst>
        </pc:spChg>
        <pc:spChg chg="mod">
          <ac:chgData name="sanjayjeya2006@gmail.com" userId="e50a16cb642d874b" providerId="LiveId" clId="{F63A2943-9383-4437-A73B-EA6797144348}" dt="2025-02-14T14:12:50.285" v="782" actId="20577"/>
          <ac:spMkLst>
            <pc:docMk/>
            <pc:sldMk cId="0" sldId="262"/>
            <ac:spMk id="421" creationId="{00000000-0000-0000-0000-000000000000}"/>
          </ac:spMkLst>
        </pc:spChg>
        <pc:grpChg chg="mod">
          <ac:chgData name="sanjayjeya2006@gmail.com" userId="e50a16cb642d874b" providerId="LiveId" clId="{F63A2943-9383-4437-A73B-EA6797144348}" dt="2025-02-14T14:01:08.520" v="144" actId="14100"/>
          <ac:grpSpMkLst>
            <pc:docMk/>
            <pc:sldMk cId="0" sldId="262"/>
            <ac:grpSpMk id="419" creationId="{00000000-0000-0000-0000-000000000000}"/>
          </ac:grpSpMkLst>
        </pc:grpChg>
        <pc:picChg chg="mod">
          <ac:chgData name="sanjayjeya2006@gmail.com" userId="e50a16cb642d874b" providerId="LiveId" clId="{F63A2943-9383-4437-A73B-EA6797144348}" dt="2025-02-14T14:02:26.026" v="158" actId="14100"/>
          <ac:picMkLst>
            <pc:docMk/>
            <pc:sldMk cId="0" sldId="262"/>
            <ac:picMk id="428" creationId="{00000000-0000-0000-0000-000000000000}"/>
          </ac:picMkLst>
        </pc:picChg>
      </pc:sldChg>
    </pc:docChg>
  </pc:docChgLst>
  <pc:docChgLst>
    <pc:chgData name="Sabari Nathan" userId="979854af18ea65e5" providerId="Windows Live" clId="Web-{D4DC8A5D-603C-B614-4996-956DFEC8326C}"/>
    <pc:docChg chg="modSld">
      <pc:chgData name="Sabari Nathan" userId="979854af18ea65e5" providerId="Windows Live" clId="Web-{D4DC8A5D-603C-B614-4996-956DFEC8326C}" dt="2025-02-14T11:18:02.132" v="579" actId="1076"/>
      <pc:docMkLst>
        <pc:docMk/>
      </pc:docMkLst>
      <pc:sldChg chg="modSp">
        <pc:chgData name="Sabari Nathan" userId="979854af18ea65e5" providerId="Windows Live" clId="Web-{D4DC8A5D-603C-B614-4996-956DFEC8326C}" dt="2025-02-14T10:45:59.256" v="566" actId="1076"/>
        <pc:sldMkLst>
          <pc:docMk/>
          <pc:sldMk cId="0" sldId="256"/>
        </pc:sldMkLst>
        <pc:spChg chg="mod">
          <ac:chgData name="Sabari Nathan" userId="979854af18ea65e5" providerId="Windows Live" clId="Web-{D4DC8A5D-603C-B614-4996-956DFEC8326C}" dt="2025-02-14T10:44:54.129" v="562" actId="20577"/>
          <ac:spMkLst>
            <pc:docMk/>
            <pc:sldMk cId="0" sldId="256"/>
            <ac:spMk id="293" creationId="{00000000-0000-0000-0000-000000000000}"/>
          </ac:spMkLst>
        </pc:spChg>
        <pc:grpChg chg="mod">
          <ac:chgData name="Sabari Nathan" userId="979854af18ea65e5" providerId="Windows Live" clId="Web-{D4DC8A5D-603C-B614-4996-956DFEC8326C}" dt="2025-02-14T10:45:07.317" v="563" actId="1076"/>
          <ac:grpSpMkLst>
            <pc:docMk/>
            <pc:sldMk cId="0" sldId="256"/>
            <ac:grpSpMk id="275" creationId="{00000000-0000-0000-0000-000000000000}"/>
          </ac:grpSpMkLst>
        </pc:grpChg>
        <pc:grpChg chg="mod">
          <ac:chgData name="Sabari Nathan" userId="979854af18ea65e5" providerId="Windows Live" clId="Web-{D4DC8A5D-603C-B614-4996-956DFEC8326C}" dt="2025-02-14T10:45:41.021" v="565" actId="1076"/>
          <ac:grpSpMkLst>
            <pc:docMk/>
            <pc:sldMk cId="0" sldId="256"/>
            <ac:grpSpMk id="297" creationId="{00000000-0000-0000-0000-000000000000}"/>
          </ac:grpSpMkLst>
        </pc:grpChg>
        <pc:picChg chg="mod">
          <ac:chgData name="Sabari Nathan" userId="979854af18ea65e5" providerId="Windows Live" clId="Web-{D4DC8A5D-603C-B614-4996-956DFEC8326C}" dt="2025-02-14T10:45:59.256" v="566" actId="1076"/>
          <ac:picMkLst>
            <pc:docMk/>
            <pc:sldMk cId="0" sldId="256"/>
            <ac:picMk id="313" creationId="{00000000-0000-0000-0000-000000000000}"/>
          </ac:picMkLst>
        </pc:picChg>
      </pc:sldChg>
      <pc:sldChg chg="modSp">
        <pc:chgData name="Sabari Nathan" userId="979854af18ea65e5" providerId="Windows Live" clId="Web-{D4DC8A5D-603C-B614-4996-956DFEC8326C}" dt="2025-02-14T10:31:35.499" v="532" actId="20577"/>
        <pc:sldMkLst>
          <pc:docMk/>
          <pc:sldMk cId="0" sldId="257"/>
        </pc:sldMkLst>
        <pc:spChg chg="mod">
          <ac:chgData name="Sabari Nathan" userId="979854af18ea65e5" providerId="Windows Live" clId="Web-{D4DC8A5D-603C-B614-4996-956DFEC8326C}" dt="2025-02-14T10:31:35.499" v="532" actId="20577"/>
          <ac:spMkLst>
            <pc:docMk/>
            <pc:sldMk cId="0" sldId="257"/>
            <ac:spMk id="320" creationId="{00000000-0000-0000-0000-000000000000}"/>
          </ac:spMkLst>
        </pc:spChg>
        <pc:picChg chg="mod">
          <ac:chgData name="Sabari Nathan" userId="979854af18ea65e5" providerId="Windows Live" clId="Web-{D4DC8A5D-603C-B614-4996-956DFEC8326C}" dt="2025-02-14T10:30:14.184" v="522" actId="1076"/>
          <ac:picMkLst>
            <pc:docMk/>
            <pc:sldMk cId="0" sldId="257"/>
            <ac:picMk id="326" creationId="{00000000-0000-0000-0000-000000000000}"/>
          </ac:picMkLst>
        </pc:picChg>
      </pc:sldChg>
      <pc:sldChg chg="addSp modSp">
        <pc:chgData name="Sabari Nathan" userId="979854af18ea65e5" providerId="Windows Live" clId="Web-{D4DC8A5D-603C-B614-4996-956DFEC8326C}" dt="2025-02-14T10:39:47.293" v="558" actId="20577"/>
        <pc:sldMkLst>
          <pc:docMk/>
          <pc:sldMk cId="0" sldId="258"/>
        </pc:sldMkLst>
        <pc:spChg chg="add mod">
          <ac:chgData name="Sabari Nathan" userId="979854af18ea65e5" providerId="Windows Live" clId="Web-{D4DC8A5D-603C-B614-4996-956DFEC8326C}" dt="2025-02-14T10:39:47.293" v="558" actId="20577"/>
          <ac:spMkLst>
            <pc:docMk/>
            <pc:sldMk cId="0" sldId="258"/>
            <ac:spMk id="2" creationId="{7ED03C10-26AF-33AE-79B9-659DD4D11040}"/>
          </ac:spMkLst>
        </pc:spChg>
        <pc:spChg chg="mod">
          <ac:chgData name="Sabari Nathan" userId="979854af18ea65e5" providerId="Windows Live" clId="Web-{D4DC8A5D-603C-B614-4996-956DFEC8326C}" dt="2025-02-14T10:20:54.169" v="375" actId="1076"/>
          <ac:spMkLst>
            <pc:docMk/>
            <pc:sldMk cId="0" sldId="258"/>
            <ac:spMk id="331" creationId="{00000000-0000-0000-0000-000000000000}"/>
          </ac:spMkLst>
        </pc:spChg>
        <pc:spChg chg="mod">
          <ac:chgData name="Sabari Nathan" userId="979854af18ea65e5" providerId="Windows Live" clId="Web-{D4DC8A5D-603C-B614-4996-956DFEC8326C}" dt="2025-02-14T10:04:15.487" v="106" actId="1076"/>
          <ac:spMkLst>
            <pc:docMk/>
            <pc:sldMk cId="0" sldId="258"/>
            <ac:spMk id="332" creationId="{00000000-0000-0000-0000-000000000000}"/>
          </ac:spMkLst>
        </pc:spChg>
      </pc:sldChg>
      <pc:sldChg chg="delSp modSp">
        <pc:chgData name="Sabari Nathan" userId="979854af18ea65e5" providerId="Windows Live" clId="Web-{D4DC8A5D-603C-B614-4996-956DFEC8326C}" dt="2025-02-14T10:27:59.946" v="409" actId="20577"/>
        <pc:sldMkLst>
          <pc:docMk/>
          <pc:sldMk cId="0" sldId="259"/>
        </pc:sldMkLst>
        <pc:spChg chg="mod">
          <ac:chgData name="Sabari Nathan" userId="979854af18ea65e5" providerId="Windows Live" clId="Web-{D4DC8A5D-603C-B614-4996-956DFEC8326C}" dt="2025-02-14T10:27:52.274" v="408" actId="20577"/>
          <ac:spMkLst>
            <pc:docMk/>
            <pc:sldMk cId="0" sldId="259"/>
            <ac:spMk id="7" creationId="{D80C7287-956D-907C-26B5-D52A95B600A2}"/>
          </ac:spMkLst>
        </pc:spChg>
        <pc:spChg chg="mod">
          <ac:chgData name="Sabari Nathan" userId="979854af18ea65e5" providerId="Windows Live" clId="Web-{D4DC8A5D-603C-B614-4996-956DFEC8326C}" dt="2025-02-14T10:27:59.946" v="409" actId="20577"/>
          <ac:spMkLst>
            <pc:docMk/>
            <pc:sldMk cId="0" sldId="259"/>
            <ac:spMk id="8" creationId="{3C38C657-3D1A-418C-EE23-A2A4E72C8BB1}"/>
          </ac:spMkLst>
        </pc:spChg>
        <pc:picChg chg="del">
          <ac:chgData name="Sabari Nathan" userId="979854af18ea65e5" providerId="Windows Live" clId="Web-{D4DC8A5D-603C-B614-4996-956DFEC8326C}" dt="2025-02-14T09:51:55.936" v="0"/>
          <ac:picMkLst>
            <pc:docMk/>
            <pc:sldMk cId="0" sldId="259"/>
            <ac:picMk id="9" creationId="{7FE74F57-3514-CE08-F4E9-9C55B760D45F}"/>
          </ac:picMkLst>
        </pc:picChg>
      </pc:sldChg>
      <pc:sldChg chg="addSp delSp modSp">
        <pc:chgData name="Sabari Nathan" userId="979854af18ea65e5" providerId="Windows Live" clId="Web-{D4DC8A5D-603C-B614-4996-956DFEC8326C}" dt="2025-02-14T11:18:02.132" v="579" actId="1076"/>
        <pc:sldMkLst>
          <pc:docMk/>
          <pc:sldMk cId="0" sldId="260"/>
        </pc:sldMkLst>
        <pc:spChg chg="del mod">
          <ac:chgData name="Sabari Nathan" userId="979854af18ea65e5" providerId="Windows Live" clId="Web-{D4DC8A5D-603C-B614-4996-956DFEC8326C}" dt="2025-02-14T10:44:42.222" v="560"/>
          <ac:spMkLst>
            <pc:docMk/>
            <pc:sldMk cId="0" sldId="260"/>
            <ac:spMk id="396" creationId="{00000000-0000-0000-0000-000000000000}"/>
          </ac:spMkLst>
        </pc:spChg>
        <pc:picChg chg="add del mod">
          <ac:chgData name="Sabari Nathan" userId="979854af18ea65e5" providerId="Windows Live" clId="Web-{D4DC8A5D-603C-B614-4996-956DFEC8326C}" dt="2025-02-14T11:17:30.866" v="574"/>
          <ac:picMkLst>
            <pc:docMk/>
            <pc:sldMk cId="0" sldId="260"/>
            <ac:picMk id="2" creationId="{0E9265C3-CC77-BAC1-916F-BAF7BCDD0E7B}"/>
          </ac:picMkLst>
        </pc:picChg>
        <pc:picChg chg="add mod">
          <ac:chgData name="Sabari Nathan" userId="979854af18ea65e5" providerId="Windows Live" clId="Web-{D4DC8A5D-603C-B614-4996-956DFEC8326C}" dt="2025-02-14T11:18:02.132" v="579" actId="1076"/>
          <ac:picMkLst>
            <pc:docMk/>
            <pc:sldMk cId="0" sldId="260"/>
            <ac:picMk id="3" creationId="{20F409B5-BDBD-44A3-8A1B-D5F7B691F317}"/>
          </ac:picMkLst>
        </pc:picChg>
        <pc:picChg chg="mod">
          <ac:chgData name="Sabari Nathan" userId="979854af18ea65e5" providerId="Windows Live" clId="Web-{D4DC8A5D-603C-B614-4996-956DFEC8326C}" dt="2025-02-14T10:32:41.672" v="534" actId="1076"/>
          <ac:picMkLst>
            <pc:docMk/>
            <pc:sldMk cId="0" sldId="260"/>
            <ac:picMk id="401" creationId="{00000000-0000-0000-0000-000000000000}"/>
          </ac:picMkLst>
        </pc:picChg>
      </pc:sldChg>
      <pc:sldChg chg="modSp">
        <pc:chgData name="Sabari Nathan" userId="979854af18ea65e5" providerId="Windows Live" clId="Web-{D4DC8A5D-603C-B614-4996-956DFEC8326C}" dt="2025-02-14T10:26:04.084" v="405" actId="20577"/>
        <pc:sldMkLst>
          <pc:docMk/>
          <pc:sldMk cId="0" sldId="261"/>
        </pc:sldMkLst>
        <pc:spChg chg="mod">
          <ac:chgData name="Sabari Nathan" userId="979854af18ea65e5" providerId="Windows Live" clId="Web-{D4DC8A5D-603C-B614-4996-956DFEC8326C}" dt="2025-02-14T10:25:27.380" v="403" actId="20577"/>
          <ac:spMkLst>
            <pc:docMk/>
            <pc:sldMk cId="0" sldId="261"/>
            <ac:spMk id="2" creationId="{914E735B-FC7E-A8CE-6DB1-CEFAB275ABF1}"/>
          </ac:spMkLst>
        </pc:spChg>
        <pc:spChg chg="mod">
          <ac:chgData name="Sabari Nathan" userId="979854af18ea65e5" providerId="Windows Live" clId="Web-{D4DC8A5D-603C-B614-4996-956DFEC8326C}" dt="2025-02-14T10:26:04.084" v="405" actId="20577"/>
          <ac:spMkLst>
            <pc:docMk/>
            <pc:sldMk cId="0" sldId="261"/>
            <ac:spMk id="3" creationId="{3527766A-A753-1120-2FBD-9E616265DD94}"/>
          </ac:spMkLst>
        </pc:spChg>
        <pc:spChg chg="mod">
          <ac:chgData name="Sabari Nathan" userId="979854af18ea65e5" providerId="Windows Live" clId="Web-{D4DC8A5D-603C-B614-4996-956DFEC8326C}" dt="2025-02-14T10:25:58.224" v="404" actId="20577"/>
          <ac:spMkLst>
            <pc:docMk/>
            <pc:sldMk cId="0" sldId="261"/>
            <ac:spMk id="4" creationId="{355DC1C2-3724-6415-3CE3-F0AD2FD05A3C}"/>
          </ac:spMkLst>
        </pc:spChg>
        <pc:spChg chg="mod">
          <ac:chgData name="Sabari Nathan" userId="979854af18ea65e5" providerId="Windows Live" clId="Web-{D4DC8A5D-603C-B614-4996-956DFEC8326C}" dt="2025-02-14T10:24:45.488" v="399" actId="1076"/>
          <ac:spMkLst>
            <pc:docMk/>
            <pc:sldMk cId="0" sldId="261"/>
            <ac:spMk id="408" creationId="{00000000-0000-0000-0000-000000000000}"/>
          </ac:spMkLst>
        </pc:spChg>
        <pc:spChg chg="mod">
          <ac:chgData name="Sabari Nathan" userId="979854af18ea65e5" providerId="Windows Live" clId="Web-{D4DC8A5D-603C-B614-4996-956DFEC8326C}" dt="2025-02-14T10:24:50.566" v="400" actId="1076"/>
          <ac:spMkLst>
            <pc:docMk/>
            <pc:sldMk cId="0" sldId="261"/>
            <ac:spMk id="409" creationId="{00000000-0000-0000-0000-000000000000}"/>
          </ac:spMkLst>
        </pc:spChg>
      </pc:sldChg>
    </pc:docChg>
  </pc:docChgLst>
  <pc:docChgLst>
    <pc:chgData name="Sabari Nathan" userId="979854af18ea65e5" providerId="Windows Live" clId="Web-{FBFF593F-1883-4A07-9AF2-426F3AECE191}"/>
    <pc:docChg chg="modSld">
      <pc:chgData name="Sabari Nathan" userId="979854af18ea65e5" providerId="Windows Live" clId="Web-{FBFF593F-1883-4A07-9AF2-426F3AECE191}" dt="2025-02-13T13:29:54.185" v="5" actId="1076"/>
      <pc:docMkLst>
        <pc:docMk/>
      </pc:docMkLst>
      <pc:sldChg chg="modSp">
        <pc:chgData name="Sabari Nathan" userId="979854af18ea65e5" providerId="Windows Live" clId="Web-{FBFF593F-1883-4A07-9AF2-426F3AECE191}" dt="2025-02-13T13:27:44.790" v="2" actId="20577"/>
        <pc:sldMkLst>
          <pc:docMk/>
          <pc:sldMk cId="0" sldId="256"/>
        </pc:sldMkLst>
        <pc:spChg chg="mod">
          <ac:chgData name="Sabari Nathan" userId="979854af18ea65e5" providerId="Windows Live" clId="Web-{FBFF593F-1883-4A07-9AF2-426F3AECE191}" dt="2025-02-13T13:27:44.790" v="2" actId="20577"/>
          <ac:spMkLst>
            <pc:docMk/>
            <pc:sldMk cId="0" sldId="256"/>
            <ac:spMk id="293" creationId="{00000000-0000-0000-0000-000000000000}"/>
          </ac:spMkLst>
        </pc:spChg>
      </pc:sldChg>
      <pc:sldChg chg="modSp">
        <pc:chgData name="Sabari Nathan" userId="979854af18ea65e5" providerId="Windows Live" clId="Web-{FBFF593F-1883-4A07-9AF2-426F3AECE191}" dt="2025-02-13T13:29:54.185" v="5" actId="1076"/>
        <pc:sldMkLst>
          <pc:docMk/>
          <pc:sldMk cId="0" sldId="262"/>
        </pc:sldMkLst>
        <pc:spChg chg="mod">
          <ac:chgData name="Sabari Nathan" userId="979854af18ea65e5" providerId="Windows Live" clId="Web-{FBFF593F-1883-4A07-9AF2-426F3AECE191}" dt="2025-02-13T13:28:39.464" v="3" actId="1076"/>
          <ac:spMkLst>
            <pc:docMk/>
            <pc:sldMk cId="0" sldId="262"/>
            <ac:spMk id="420" creationId="{00000000-0000-0000-0000-000000000000}"/>
          </ac:spMkLst>
        </pc:spChg>
        <pc:picChg chg="mod">
          <ac:chgData name="Sabari Nathan" userId="979854af18ea65e5" providerId="Windows Live" clId="Web-{FBFF593F-1883-4A07-9AF2-426F3AECE191}" dt="2025-02-13T13:29:54.185" v="5" actId="1076"/>
          <ac:picMkLst>
            <pc:docMk/>
            <pc:sldMk cId="0" sldId="262"/>
            <ac:picMk id="42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7" name="Google Shape;31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0" name="Google Shape;34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4" name="Google Shape;40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6" name="Google Shape;41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1" name="Google Shape;43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3462725" y="1121425"/>
            <a:ext cx="4813200" cy="2231700"/>
          </a:xfrm>
          <a:prstGeom prst="rect">
            <a:avLst/>
          </a:prstGeom>
          <a:noFill/>
          <a:ln>
            <a:noFill/>
          </a:ln>
        </p:spPr>
        <p:txBody>
          <a:bodyPr spcFirstLastPara="1" wrap="square" lIns="91425" tIns="91425" rIns="91425" bIns="91425" anchor="b" anchorCtr="0">
            <a:noAutofit/>
          </a:bodyPr>
          <a:lstStyle>
            <a:lvl1pPr lvl="0" algn="l">
              <a:lnSpc>
                <a:spcPct val="80000"/>
              </a:lnSpc>
              <a:spcBef>
                <a:spcPts val="0"/>
              </a:spcBef>
              <a:spcAft>
                <a:spcPts val="0"/>
              </a:spcAft>
              <a:buClr>
                <a:srgbClr val="191919"/>
              </a:buClr>
              <a:buSzPts val="5200"/>
              <a:buNone/>
              <a:defRPr sz="72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3462725" y="3546275"/>
            <a:ext cx="4528800" cy="475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sz="1600">
                <a:solidFill>
                  <a:schemeClr val="dk1"/>
                </a:solidFill>
                <a:latin typeface="Atkinson Hyperlegible"/>
                <a:ea typeface="Atkinson Hyperlegible"/>
                <a:cs typeface="Atkinson Hyperlegible"/>
                <a:sym typeface="Atkinson Hyperlegibl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14" name="Google Shape;14;p3"/>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5" name="Google Shape;15;p3"/>
          <p:cNvSpPr txBox="1">
            <a:spLocks noGrp="1"/>
          </p:cNvSpPr>
          <p:nvPr>
            <p:ph type="body" idx="1"/>
          </p:nvPr>
        </p:nvSpPr>
        <p:spPr>
          <a:xfrm>
            <a:off x="720000" y="1094600"/>
            <a:ext cx="7704000" cy="3189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SzPts val="1200"/>
              <a:buFont typeface="Nunito Light"/>
              <a:buChar char="●"/>
              <a:defRPr/>
            </a:lvl1pPr>
            <a:lvl2pPr marL="914400" lvl="1" indent="-304800" algn="l">
              <a:lnSpc>
                <a:spcPct val="100000"/>
              </a:lnSpc>
              <a:spcBef>
                <a:spcPts val="0"/>
              </a:spcBef>
              <a:spcAft>
                <a:spcPts val="0"/>
              </a:spcAft>
              <a:buSzPts val="1200"/>
              <a:buFont typeface="Nunito Light"/>
              <a:buChar char="○"/>
              <a:defRPr/>
            </a:lvl2pPr>
            <a:lvl3pPr marL="1371600" lvl="2" indent="-304800" algn="l">
              <a:lnSpc>
                <a:spcPct val="100000"/>
              </a:lnSpc>
              <a:spcBef>
                <a:spcPts val="0"/>
              </a:spcBef>
              <a:spcAft>
                <a:spcPts val="0"/>
              </a:spcAft>
              <a:buSzPts val="1200"/>
              <a:buFont typeface="Nunito Light"/>
              <a:buChar char="■"/>
              <a:defRPr/>
            </a:lvl3pPr>
            <a:lvl4pPr marL="1828800" lvl="3" indent="-304800" algn="l">
              <a:lnSpc>
                <a:spcPct val="100000"/>
              </a:lnSpc>
              <a:spcBef>
                <a:spcPts val="0"/>
              </a:spcBef>
              <a:spcAft>
                <a:spcPts val="0"/>
              </a:spcAft>
              <a:buSzPts val="1200"/>
              <a:buFont typeface="Nunito Light"/>
              <a:buChar char="●"/>
              <a:defRPr/>
            </a:lvl4pPr>
            <a:lvl5pPr marL="2286000" lvl="4" indent="-304800" algn="l">
              <a:lnSpc>
                <a:spcPct val="100000"/>
              </a:lnSpc>
              <a:spcBef>
                <a:spcPts val="0"/>
              </a:spcBef>
              <a:spcAft>
                <a:spcPts val="0"/>
              </a:spcAft>
              <a:buSzPts val="1200"/>
              <a:buFont typeface="Nunito Light"/>
              <a:buChar char="○"/>
              <a:defRPr/>
            </a:lvl5pPr>
            <a:lvl6pPr marL="2743200" lvl="5" indent="-304800" algn="l">
              <a:lnSpc>
                <a:spcPct val="100000"/>
              </a:lnSpc>
              <a:spcBef>
                <a:spcPts val="0"/>
              </a:spcBef>
              <a:spcAft>
                <a:spcPts val="0"/>
              </a:spcAft>
              <a:buSzPts val="1200"/>
              <a:buFont typeface="Nunito Light"/>
              <a:buChar char="■"/>
              <a:defRPr/>
            </a:lvl6pPr>
            <a:lvl7pPr marL="3200400" lvl="6" indent="-304800" algn="l">
              <a:lnSpc>
                <a:spcPct val="100000"/>
              </a:lnSpc>
              <a:spcBef>
                <a:spcPts val="0"/>
              </a:spcBef>
              <a:spcAft>
                <a:spcPts val="0"/>
              </a:spcAft>
              <a:buSzPts val="1200"/>
              <a:buFont typeface="Nunito Light"/>
              <a:buChar char="●"/>
              <a:defRPr/>
            </a:lvl7pPr>
            <a:lvl8pPr marL="3657600" lvl="7" indent="-304800" algn="l">
              <a:lnSpc>
                <a:spcPct val="100000"/>
              </a:lnSpc>
              <a:spcBef>
                <a:spcPts val="0"/>
              </a:spcBef>
              <a:spcAft>
                <a:spcPts val="0"/>
              </a:spcAft>
              <a:buSzPts val="1200"/>
              <a:buFont typeface="Nunito Light"/>
              <a:buChar char="○"/>
              <a:defRPr/>
            </a:lvl8pPr>
            <a:lvl9pPr marL="4114800" lvl="8" indent="-304800" algn="l">
              <a:lnSpc>
                <a:spcPct val="100000"/>
              </a:lnSpc>
              <a:spcBef>
                <a:spcPts val="0"/>
              </a:spcBef>
              <a:spcAft>
                <a:spcPts val="0"/>
              </a:spcAft>
              <a:buSzPts val="1200"/>
              <a:buFont typeface="Nunito Light"/>
              <a:buChar char="■"/>
              <a:defRPr/>
            </a:lvl9pPr>
          </a:lstStyle>
          <a:p>
            <a:endParaRPr/>
          </a:p>
        </p:txBody>
      </p:sp>
      <p:grpSp>
        <p:nvGrpSpPr>
          <p:cNvPr id="16" name="Google Shape;16;p3"/>
          <p:cNvGrpSpPr/>
          <p:nvPr/>
        </p:nvGrpSpPr>
        <p:grpSpPr>
          <a:xfrm rot="10800000" flipH="1">
            <a:off x="-9878" y="0"/>
            <a:ext cx="9178101" cy="5156557"/>
            <a:chOff x="-9878" y="1"/>
            <a:chExt cx="9178101" cy="5156557"/>
          </a:xfrm>
        </p:grpSpPr>
        <p:grpSp>
          <p:nvGrpSpPr>
            <p:cNvPr id="17" name="Google Shape;17;p3"/>
            <p:cNvGrpSpPr/>
            <p:nvPr/>
          </p:nvGrpSpPr>
          <p:grpSpPr>
            <a:xfrm>
              <a:off x="-9877" y="0"/>
              <a:ext cx="1388125" cy="2534723"/>
              <a:chOff x="-9878" y="1"/>
              <a:chExt cx="1388125" cy="2534723"/>
            </a:xfrm>
          </p:grpSpPr>
          <p:pic>
            <p:nvPicPr>
              <p:cNvPr id="18" name="Google Shape;18;p3"/>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19" name="Google Shape;19;p3"/>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20" name="Google Shape;20;p3"/>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21" name="Google Shape;21;p3"/>
              <p:cNvPicPr preferRelativeResize="0"/>
              <p:nvPr/>
            </p:nvPicPr>
            <p:blipFill rotWithShape="1">
              <a:blip r:embed="rId5">
                <a:alphaModFix/>
              </a:blip>
              <a:srcRect b="50443"/>
              <a:stretch/>
            </p:blipFill>
            <p:spPr>
              <a:xfrm rot="5400000">
                <a:off x="-268127" y="1806250"/>
                <a:ext cx="959650" cy="443150"/>
              </a:xfrm>
              <a:prstGeom prst="rect">
                <a:avLst/>
              </a:prstGeom>
              <a:noFill/>
              <a:ln>
                <a:noFill/>
              </a:ln>
            </p:spPr>
          </p:pic>
          <p:pic>
            <p:nvPicPr>
              <p:cNvPr id="22" name="Google Shape;22;p3"/>
              <p:cNvPicPr preferRelativeResize="0"/>
              <p:nvPr/>
            </p:nvPicPr>
            <p:blipFill rotWithShape="1">
              <a:blip r:embed="rId3">
                <a:alphaModFix/>
              </a:blip>
              <a:srcRect l="11254" r="13011" b="50880"/>
              <a:stretch/>
            </p:blipFill>
            <p:spPr>
              <a:xfrm rot="5400000">
                <a:off x="-144290" y="2065436"/>
                <a:ext cx="603700" cy="334875"/>
              </a:xfrm>
              <a:prstGeom prst="rect">
                <a:avLst/>
              </a:prstGeom>
              <a:noFill/>
              <a:ln>
                <a:noFill/>
              </a:ln>
            </p:spPr>
          </p:pic>
        </p:grpSp>
        <p:grpSp>
          <p:nvGrpSpPr>
            <p:cNvPr id="23" name="Google Shape;23;p3"/>
            <p:cNvGrpSpPr/>
            <p:nvPr/>
          </p:nvGrpSpPr>
          <p:grpSpPr>
            <a:xfrm rot="10800000">
              <a:off x="7780098" y="2621835"/>
              <a:ext cx="1388125" cy="2534723"/>
              <a:chOff x="-9878" y="1"/>
              <a:chExt cx="1388125" cy="2534723"/>
            </a:xfrm>
          </p:grpSpPr>
          <p:pic>
            <p:nvPicPr>
              <p:cNvPr id="24" name="Google Shape;24;p3"/>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25" name="Google Shape;25;p3"/>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26" name="Google Shape;26;p3"/>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27" name="Google Shape;27;p3"/>
              <p:cNvPicPr preferRelativeResize="0"/>
              <p:nvPr/>
            </p:nvPicPr>
            <p:blipFill rotWithShape="1">
              <a:blip r:embed="rId5">
                <a:alphaModFix/>
              </a:blip>
              <a:srcRect b="50443"/>
              <a:stretch/>
            </p:blipFill>
            <p:spPr>
              <a:xfrm rot="5400000">
                <a:off x="-268127" y="1806250"/>
                <a:ext cx="959650" cy="443150"/>
              </a:xfrm>
              <a:prstGeom prst="rect">
                <a:avLst/>
              </a:prstGeom>
              <a:noFill/>
              <a:ln>
                <a:noFill/>
              </a:ln>
            </p:spPr>
          </p:pic>
          <p:pic>
            <p:nvPicPr>
              <p:cNvPr id="28" name="Google Shape;28;p3"/>
              <p:cNvPicPr preferRelativeResize="0"/>
              <p:nvPr/>
            </p:nvPicPr>
            <p:blipFill rotWithShape="1">
              <a:blip r:embed="rId3">
                <a:alphaModFix/>
              </a:blip>
              <a:srcRect l="11254" r="13011" b="50880"/>
              <a:stretch/>
            </p:blipFill>
            <p:spPr>
              <a:xfrm rot="5400000">
                <a:off x="-144290" y="2065436"/>
                <a:ext cx="603700" cy="334875"/>
              </a:xfrm>
              <a:prstGeom prst="rect">
                <a:avLst/>
              </a:prstGeom>
              <a:noFill/>
              <a:ln>
                <a:noFill/>
              </a:ln>
            </p:spPr>
          </p:pic>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9"/>
        <p:cNvGrpSpPr/>
        <p:nvPr/>
      </p:nvGrpSpPr>
      <p:grpSpPr>
        <a:xfrm>
          <a:off x="0" y="0"/>
          <a:ext cx="0" cy="0"/>
          <a:chOff x="0" y="0"/>
          <a:chExt cx="0" cy="0"/>
        </a:xfrm>
      </p:grpSpPr>
      <p:pic>
        <p:nvPicPr>
          <p:cNvPr id="30" name="Google Shape;30;p4"/>
          <p:cNvPicPr preferRelativeResize="0"/>
          <p:nvPr/>
        </p:nvPicPr>
        <p:blipFill rotWithShape="1">
          <a:blip r:embed="rId2">
            <a:alphaModFix/>
          </a:blip>
          <a:srcRect b="4259"/>
          <a:stretch/>
        </p:blipFill>
        <p:spPr>
          <a:xfrm>
            <a:off x="0" y="0"/>
            <a:ext cx="9144000" cy="5143500"/>
          </a:xfrm>
          <a:prstGeom prst="rect">
            <a:avLst/>
          </a:prstGeom>
          <a:noFill/>
          <a:ln>
            <a:noFill/>
          </a:ln>
        </p:spPr>
      </p:pic>
      <p:grpSp>
        <p:nvGrpSpPr>
          <p:cNvPr id="31" name="Google Shape;31;p4"/>
          <p:cNvGrpSpPr/>
          <p:nvPr/>
        </p:nvGrpSpPr>
        <p:grpSpPr>
          <a:xfrm>
            <a:off x="-9878" y="1"/>
            <a:ext cx="9178101" cy="5156557"/>
            <a:chOff x="-9878" y="1"/>
            <a:chExt cx="9178101" cy="5156557"/>
          </a:xfrm>
        </p:grpSpPr>
        <p:grpSp>
          <p:nvGrpSpPr>
            <p:cNvPr id="32" name="Google Shape;32;p4"/>
            <p:cNvGrpSpPr/>
            <p:nvPr/>
          </p:nvGrpSpPr>
          <p:grpSpPr>
            <a:xfrm>
              <a:off x="-9877" y="0"/>
              <a:ext cx="1388125" cy="2534723"/>
              <a:chOff x="-9878" y="1"/>
              <a:chExt cx="1388125" cy="2534723"/>
            </a:xfrm>
          </p:grpSpPr>
          <p:pic>
            <p:nvPicPr>
              <p:cNvPr id="33" name="Google Shape;33;p4"/>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34" name="Google Shape;34;p4"/>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35" name="Google Shape;35;p4"/>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36" name="Google Shape;36;p4"/>
              <p:cNvPicPr preferRelativeResize="0"/>
              <p:nvPr/>
            </p:nvPicPr>
            <p:blipFill rotWithShape="1">
              <a:blip r:embed="rId5">
                <a:alphaModFix/>
              </a:blip>
              <a:srcRect b="50443"/>
              <a:stretch/>
            </p:blipFill>
            <p:spPr>
              <a:xfrm rot="5400000">
                <a:off x="-268127" y="1806250"/>
                <a:ext cx="959650" cy="443150"/>
              </a:xfrm>
              <a:prstGeom prst="rect">
                <a:avLst/>
              </a:prstGeom>
              <a:noFill/>
              <a:ln>
                <a:noFill/>
              </a:ln>
            </p:spPr>
          </p:pic>
          <p:pic>
            <p:nvPicPr>
              <p:cNvPr id="37" name="Google Shape;37;p4"/>
              <p:cNvPicPr preferRelativeResize="0"/>
              <p:nvPr/>
            </p:nvPicPr>
            <p:blipFill rotWithShape="1">
              <a:blip r:embed="rId3">
                <a:alphaModFix/>
              </a:blip>
              <a:srcRect l="11254" r="13011" b="50880"/>
              <a:stretch/>
            </p:blipFill>
            <p:spPr>
              <a:xfrm rot="5400000">
                <a:off x="-144290" y="2065436"/>
                <a:ext cx="603700" cy="334875"/>
              </a:xfrm>
              <a:prstGeom prst="rect">
                <a:avLst/>
              </a:prstGeom>
              <a:noFill/>
              <a:ln>
                <a:noFill/>
              </a:ln>
            </p:spPr>
          </p:pic>
        </p:grpSp>
        <p:grpSp>
          <p:nvGrpSpPr>
            <p:cNvPr id="38" name="Google Shape;38;p4"/>
            <p:cNvGrpSpPr/>
            <p:nvPr/>
          </p:nvGrpSpPr>
          <p:grpSpPr>
            <a:xfrm rot="10800000">
              <a:off x="7780098" y="2621835"/>
              <a:ext cx="1388125" cy="2534723"/>
              <a:chOff x="-9878" y="1"/>
              <a:chExt cx="1388125" cy="2534723"/>
            </a:xfrm>
          </p:grpSpPr>
          <p:pic>
            <p:nvPicPr>
              <p:cNvPr id="39" name="Google Shape;39;p4"/>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40" name="Google Shape;40;p4"/>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41" name="Google Shape;41;p4"/>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42" name="Google Shape;42;p4"/>
              <p:cNvPicPr preferRelativeResize="0"/>
              <p:nvPr/>
            </p:nvPicPr>
            <p:blipFill rotWithShape="1">
              <a:blip r:embed="rId5">
                <a:alphaModFix/>
              </a:blip>
              <a:srcRect b="50443"/>
              <a:stretch/>
            </p:blipFill>
            <p:spPr>
              <a:xfrm rot="5400000">
                <a:off x="-268127" y="1806250"/>
                <a:ext cx="959650" cy="443150"/>
              </a:xfrm>
              <a:prstGeom prst="rect">
                <a:avLst/>
              </a:prstGeom>
              <a:noFill/>
              <a:ln>
                <a:noFill/>
              </a:ln>
            </p:spPr>
          </p:pic>
          <p:pic>
            <p:nvPicPr>
              <p:cNvPr id="43" name="Google Shape;43;p4"/>
              <p:cNvPicPr preferRelativeResize="0"/>
              <p:nvPr/>
            </p:nvPicPr>
            <p:blipFill rotWithShape="1">
              <a:blip r:embed="rId3">
                <a:alphaModFix/>
              </a:blip>
              <a:srcRect l="11254" r="13011" b="50880"/>
              <a:stretch/>
            </p:blipFill>
            <p:spPr>
              <a:xfrm rot="5400000">
                <a:off x="-144290" y="2065436"/>
                <a:ext cx="603700" cy="334875"/>
              </a:xfrm>
              <a:prstGeom prst="rect">
                <a:avLst/>
              </a:prstGeom>
              <a:noFill/>
              <a:ln>
                <a:noFill/>
              </a:ln>
            </p:spPr>
          </p:pic>
        </p:grpSp>
      </p:grpSp>
      <p:sp>
        <p:nvSpPr>
          <p:cNvPr id="44" name="Google Shape;44;p4"/>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4"/>
          <p:cNvSpPr txBox="1">
            <a:spLocks noGrp="1"/>
          </p:cNvSpPr>
          <p:nvPr>
            <p:ph type="title" idx="2"/>
          </p:nvPr>
        </p:nvSpPr>
        <p:spPr>
          <a:xfrm>
            <a:off x="1505400" y="1585550"/>
            <a:ext cx="734700" cy="630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b="1">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6" name="Google Shape;46;p4"/>
          <p:cNvSpPr txBox="1">
            <a:spLocks noGrp="1"/>
          </p:cNvSpPr>
          <p:nvPr>
            <p:ph type="title" idx="3"/>
          </p:nvPr>
        </p:nvSpPr>
        <p:spPr>
          <a:xfrm>
            <a:off x="1505400" y="3095166"/>
            <a:ext cx="734700" cy="630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b="1">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7" name="Google Shape;47;p4"/>
          <p:cNvSpPr txBox="1">
            <a:spLocks noGrp="1"/>
          </p:cNvSpPr>
          <p:nvPr>
            <p:ph type="title" idx="4"/>
          </p:nvPr>
        </p:nvSpPr>
        <p:spPr>
          <a:xfrm>
            <a:off x="4204675" y="1585558"/>
            <a:ext cx="734700" cy="630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b="1">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8" name="Google Shape;48;p4"/>
          <p:cNvSpPr txBox="1">
            <a:spLocks noGrp="1"/>
          </p:cNvSpPr>
          <p:nvPr>
            <p:ph type="title" idx="5"/>
          </p:nvPr>
        </p:nvSpPr>
        <p:spPr>
          <a:xfrm>
            <a:off x="4204675" y="3095166"/>
            <a:ext cx="734700" cy="630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b="1">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9" name="Google Shape;49;p4"/>
          <p:cNvSpPr txBox="1">
            <a:spLocks noGrp="1"/>
          </p:cNvSpPr>
          <p:nvPr>
            <p:ph type="title" idx="6"/>
          </p:nvPr>
        </p:nvSpPr>
        <p:spPr>
          <a:xfrm>
            <a:off x="6903950" y="1585558"/>
            <a:ext cx="734700" cy="630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b="1">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50" name="Google Shape;50;p4"/>
          <p:cNvSpPr txBox="1">
            <a:spLocks noGrp="1"/>
          </p:cNvSpPr>
          <p:nvPr>
            <p:ph type="title" idx="7"/>
          </p:nvPr>
        </p:nvSpPr>
        <p:spPr>
          <a:xfrm>
            <a:off x="6903950" y="3095166"/>
            <a:ext cx="734700" cy="630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3000" b="1">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51" name="Google Shape;51;p4"/>
          <p:cNvSpPr txBox="1">
            <a:spLocks noGrp="1"/>
          </p:cNvSpPr>
          <p:nvPr>
            <p:ph type="subTitle" idx="1"/>
          </p:nvPr>
        </p:nvSpPr>
        <p:spPr>
          <a:xfrm>
            <a:off x="720000" y="2337950"/>
            <a:ext cx="2305500" cy="484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2" name="Google Shape;52;p4"/>
          <p:cNvSpPr txBox="1">
            <a:spLocks noGrp="1"/>
          </p:cNvSpPr>
          <p:nvPr>
            <p:ph type="subTitle" idx="8"/>
          </p:nvPr>
        </p:nvSpPr>
        <p:spPr>
          <a:xfrm>
            <a:off x="3419275" y="2337950"/>
            <a:ext cx="2305500" cy="484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3" name="Google Shape;53;p4"/>
          <p:cNvSpPr txBox="1">
            <a:spLocks noGrp="1"/>
          </p:cNvSpPr>
          <p:nvPr>
            <p:ph type="subTitle" idx="9"/>
          </p:nvPr>
        </p:nvSpPr>
        <p:spPr>
          <a:xfrm>
            <a:off x="6118550" y="2337950"/>
            <a:ext cx="2305500" cy="484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4" name="Google Shape;54;p4"/>
          <p:cNvSpPr txBox="1">
            <a:spLocks noGrp="1"/>
          </p:cNvSpPr>
          <p:nvPr>
            <p:ph type="subTitle" idx="13"/>
          </p:nvPr>
        </p:nvSpPr>
        <p:spPr>
          <a:xfrm>
            <a:off x="720000" y="3847575"/>
            <a:ext cx="2305500" cy="484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5" name="Google Shape;55;p4"/>
          <p:cNvSpPr txBox="1">
            <a:spLocks noGrp="1"/>
          </p:cNvSpPr>
          <p:nvPr>
            <p:ph type="subTitle" idx="14"/>
          </p:nvPr>
        </p:nvSpPr>
        <p:spPr>
          <a:xfrm>
            <a:off x="3419275" y="3847575"/>
            <a:ext cx="2305500" cy="484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 name="Google Shape;56;p4"/>
          <p:cNvSpPr txBox="1">
            <a:spLocks noGrp="1"/>
          </p:cNvSpPr>
          <p:nvPr>
            <p:ph type="subTitle" idx="15"/>
          </p:nvPr>
        </p:nvSpPr>
        <p:spPr>
          <a:xfrm>
            <a:off x="6118550" y="3847575"/>
            <a:ext cx="2305500" cy="484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pic>
        <p:nvPicPr>
          <p:cNvPr id="58" name="Google Shape;58;p5"/>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59" name="Google Shape;59;p5"/>
          <p:cNvSpPr txBox="1">
            <a:spLocks noGrp="1"/>
          </p:cNvSpPr>
          <p:nvPr>
            <p:ph type="title"/>
          </p:nvPr>
        </p:nvSpPr>
        <p:spPr>
          <a:xfrm>
            <a:off x="4606200" y="1249125"/>
            <a:ext cx="3618300" cy="572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60" name="Google Shape;60;p5"/>
          <p:cNvSpPr txBox="1">
            <a:spLocks noGrp="1"/>
          </p:cNvSpPr>
          <p:nvPr>
            <p:ph type="subTitle" idx="1"/>
          </p:nvPr>
        </p:nvSpPr>
        <p:spPr>
          <a:xfrm>
            <a:off x="4606200" y="2073075"/>
            <a:ext cx="3618300" cy="1821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200"/>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1600"/>
              </a:spcBef>
              <a:spcAft>
                <a:spcPts val="0"/>
              </a:spcAft>
              <a:buClr>
                <a:srgbClr val="E76A28"/>
              </a:buClr>
              <a:buSzPts val="1200"/>
              <a:buFont typeface="Nunito Light"/>
              <a:buChar char="■"/>
              <a:defRPr/>
            </a:lvl3pPr>
            <a:lvl4pPr lvl="3" algn="ctr">
              <a:lnSpc>
                <a:spcPct val="100000"/>
              </a:lnSpc>
              <a:spcBef>
                <a:spcPts val="1600"/>
              </a:spcBef>
              <a:spcAft>
                <a:spcPts val="0"/>
              </a:spcAft>
              <a:buClr>
                <a:srgbClr val="E76A28"/>
              </a:buClr>
              <a:buSzPts val="1200"/>
              <a:buFont typeface="Nunito Light"/>
              <a:buChar char="●"/>
              <a:defRPr/>
            </a:lvl4pPr>
            <a:lvl5pPr lvl="4" algn="ctr">
              <a:lnSpc>
                <a:spcPct val="100000"/>
              </a:lnSpc>
              <a:spcBef>
                <a:spcPts val="1600"/>
              </a:spcBef>
              <a:spcAft>
                <a:spcPts val="0"/>
              </a:spcAft>
              <a:buClr>
                <a:srgbClr val="E76A28"/>
              </a:buClr>
              <a:buSzPts val="1200"/>
              <a:buFont typeface="Nunito Light"/>
              <a:buChar char="○"/>
              <a:defRPr/>
            </a:lvl5pPr>
            <a:lvl6pPr lvl="5" algn="ctr">
              <a:lnSpc>
                <a:spcPct val="100000"/>
              </a:lnSpc>
              <a:spcBef>
                <a:spcPts val="1600"/>
              </a:spcBef>
              <a:spcAft>
                <a:spcPts val="0"/>
              </a:spcAft>
              <a:buClr>
                <a:srgbClr val="999999"/>
              </a:buClr>
              <a:buSzPts val="1200"/>
              <a:buFont typeface="Nunito Light"/>
              <a:buChar char="■"/>
              <a:defRPr/>
            </a:lvl6pPr>
            <a:lvl7pPr lvl="6" algn="ctr">
              <a:lnSpc>
                <a:spcPct val="100000"/>
              </a:lnSpc>
              <a:spcBef>
                <a:spcPts val="1600"/>
              </a:spcBef>
              <a:spcAft>
                <a:spcPts val="0"/>
              </a:spcAft>
              <a:buClr>
                <a:srgbClr val="999999"/>
              </a:buClr>
              <a:buSzPts val="1200"/>
              <a:buFont typeface="Nunito Light"/>
              <a:buChar char="●"/>
              <a:defRPr/>
            </a:lvl7pPr>
            <a:lvl8pPr lvl="7" algn="ctr">
              <a:lnSpc>
                <a:spcPct val="100000"/>
              </a:lnSpc>
              <a:spcBef>
                <a:spcPts val="1600"/>
              </a:spcBef>
              <a:spcAft>
                <a:spcPts val="0"/>
              </a:spcAft>
              <a:buClr>
                <a:srgbClr val="999999"/>
              </a:buClr>
              <a:buSzPts val="1200"/>
              <a:buFont typeface="Nunito Light"/>
              <a:buChar char="○"/>
              <a:defRPr/>
            </a:lvl8pPr>
            <a:lvl9pPr lvl="8" algn="ctr">
              <a:lnSpc>
                <a:spcPct val="100000"/>
              </a:lnSpc>
              <a:spcBef>
                <a:spcPts val="1600"/>
              </a:spcBef>
              <a:spcAft>
                <a:spcPts val="1600"/>
              </a:spcAft>
              <a:buClr>
                <a:srgbClr val="999999"/>
              </a:buClr>
              <a:buSzPts val="1200"/>
              <a:buFont typeface="Nunito Light"/>
              <a:buChar char="■"/>
              <a:defRPr/>
            </a:lvl9pPr>
          </a:lstStyle>
          <a:p>
            <a:endParaRPr/>
          </a:p>
        </p:txBody>
      </p:sp>
      <p:sp>
        <p:nvSpPr>
          <p:cNvPr id="61" name="Google Shape;61;p5"/>
          <p:cNvSpPr>
            <a:spLocks noGrp="1"/>
          </p:cNvSpPr>
          <p:nvPr>
            <p:ph type="pic" idx="2"/>
          </p:nvPr>
        </p:nvSpPr>
        <p:spPr>
          <a:xfrm>
            <a:off x="-14300" y="0"/>
            <a:ext cx="4002900" cy="51435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
        <p:cNvGrpSpPr/>
        <p:nvPr/>
      </p:nvGrpSpPr>
      <p:grpSpPr>
        <a:xfrm>
          <a:off x="0" y="0"/>
          <a:ext cx="0" cy="0"/>
          <a:chOff x="0" y="0"/>
          <a:chExt cx="0" cy="0"/>
        </a:xfrm>
      </p:grpSpPr>
      <p:pic>
        <p:nvPicPr>
          <p:cNvPr id="63" name="Google Shape;63;p6"/>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64" name="Google Shape;64;p6"/>
          <p:cNvSpPr txBox="1">
            <a:spLocks noGrp="1"/>
          </p:cNvSpPr>
          <p:nvPr>
            <p:ph type="title"/>
          </p:nvPr>
        </p:nvSpPr>
        <p:spPr>
          <a:xfrm>
            <a:off x="5318449" y="2415225"/>
            <a:ext cx="2883600" cy="154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5" name="Google Shape;65;p6"/>
          <p:cNvSpPr txBox="1">
            <a:spLocks noGrp="1"/>
          </p:cNvSpPr>
          <p:nvPr>
            <p:ph type="title" idx="2"/>
          </p:nvPr>
        </p:nvSpPr>
        <p:spPr>
          <a:xfrm>
            <a:off x="5318450" y="1148175"/>
            <a:ext cx="1214100" cy="1016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6000" b="1">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66" name="Google Shape;66;p6"/>
          <p:cNvSpPr>
            <a:spLocks noGrp="1"/>
          </p:cNvSpPr>
          <p:nvPr>
            <p:ph type="pic" idx="3"/>
          </p:nvPr>
        </p:nvSpPr>
        <p:spPr>
          <a:xfrm>
            <a:off x="0" y="0"/>
            <a:ext cx="3806100" cy="51435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7"/>
        <p:cNvGrpSpPr/>
        <p:nvPr/>
      </p:nvGrpSpPr>
      <p:grpSpPr>
        <a:xfrm>
          <a:off x="0" y="0"/>
          <a:ext cx="0" cy="0"/>
          <a:chOff x="0" y="0"/>
          <a:chExt cx="0" cy="0"/>
        </a:xfrm>
      </p:grpSpPr>
      <p:pic>
        <p:nvPicPr>
          <p:cNvPr id="68" name="Google Shape;68;p7"/>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69" name="Google Shape;69;p7"/>
          <p:cNvSpPr txBox="1">
            <a:spLocks noGrp="1"/>
          </p:cNvSpPr>
          <p:nvPr>
            <p:ph type="title"/>
          </p:nvPr>
        </p:nvSpPr>
        <p:spPr>
          <a:xfrm>
            <a:off x="722376" y="539506"/>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70" name="Google Shape;70;p7"/>
          <p:cNvSpPr txBox="1">
            <a:spLocks noGrp="1"/>
          </p:cNvSpPr>
          <p:nvPr>
            <p:ph type="subTitle" idx="1"/>
          </p:nvPr>
        </p:nvSpPr>
        <p:spPr>
          <a:xfrm>
            <a:off x="4934398" y="2695300"/>
            <a:ext cx="2586600" cy="1463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71" name="Google Shape;71;p7"/>
          <p:cNvSpPr txBox="1">
            <a:spLocks noGrp="1"/>
          </p:cNvSpPr>
          <p:nvPr>
            <p:ph type="subTitle" idx="2"/>
          </p:nvPr>
        </p:nvSpPr>
        <p:spPr>
          <a:xfrm>
            <a:off x="1623002" y="2695300"/>
            <a:ext cx="2586600" cy="1463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72" name="Google Shape;72;p7"/>
          <p:cNvSpPr txBox="1">
            <a:spLocks noGrp="1"/>
          </p:cNvSpPr>
          <p:nvPr>
            <p:ph type="subTitle" idx="3"/>
          </p:nvPr>
        </p:nvSpPr>
        <p:spPr>
          <a:xfrm>
            <a:off x="1623002" y="2229090"/>
            <a:ext cx="25866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3" name="Google Shape;73;p7"/>
          <p:cNvSpPr txBox="1">
            <a:spLocks noGrp="1"/>
          </p:cNvSpPr>
          <p:nvPr>
            <p:ph type="subTitle" idx="4"/>
          </p:nvPr>
        </p:nvSpPr>
        <p:spPr>
          <a:xfrm>
            <a:off x="4934395" y="2229090"/>
            <a:ext cx="25866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74" name="Google Shape;74;p7"/>
          <p:cNvGrpSpPr/>
          <p:nvPr/>
        </p:nvGrpSpPr>
        <p:grpSpPr>
          <a:xfrm rot="10800000" flipH="1">
            <a:off x="-9878" y="0"/>
            <a:ext cx="9178101" cy="5156557"/>
            <a:chOff x="-9878" y="1"/>
            <a:chExt cx="9178101" cy="5156557"/>
          </a:xfrm>
        </p:grpSpPr>
        <p:grpSp>
          <p:nvGrpSpPr>
            <p:cNvPr id="75" name="Google Shape;75;p7"/>
            <p:cNvGrpSpPr/>
            <p:nvPr/>
          </p:nvGrpSpPr>
          <p:grpSpPr>
            <a:xfrm>
              <a:off x="-9877" y="0"/>
              <a:ext cx="1388125" cy="2534723"/>
              <a:chOff x="-9878" y="1"/>
              <a:chExt cx="1388125" cy="2534723"/>
            </a:xfrm>
          </p:grpSpPr>
          <p:pic>
            <p:nvPicPr>
              <p:cNvPr id="76" name="Google Shape;76;p7"/>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77" name="Google Shape;77;p7"/>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78" name="Google Shape;78;p7"/>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79" name="Google Shape;79;p7"/>
              <p:cNvPicPr preferRelativeResize="0"/>
              <p:nvPr/>
            </p:nvPicPr>
            <p:blipFill rotWithShape="1">
              <a:blip r:embed="rId5">
                <a:alphaModFix/>
              </a:blip>
              <a:srcRect b="50443"/>
              <a:stretch/>
            </p:blipFill>
            <p:spPr>
              <a:xfrm rot="5400000">
                <a:off x="-268127" y="1806250"/>
                <a:ext cx="959650" cy="443150"/>
              </a:xfrm>
              <a:prstGeom prst="rect">
                <a:avLst/>
              </a:prstGeom>
              <a:noFill/>
              <a:ln>
                <a:noFill/>
              </a:ln>
            </p:spPr>
          </p:pic>
          <p:pic>
            <p:nvPicPr>
              <p:cNvPr id="80" name="Google Shape;80;p7"/>
              <p:cNvPicPr preferRelativeResize="0"/>
              <p:nvPr/>
            </p:nvPicPr>
            <p:blipFill rotWithShape="1">
              <a:blip r:embed="rId3">
                <a:alphaModFix/>
              </a:blip>
              <a:srcRect l="11254" r="13011" b="50880"/>
              <a:stretch/>
            </p:blipFill>
            <p:spPr>
              <a:xfrm rot="5400000">
                <a:off x="-144290" y="2065436"/>
                <a:ext cx="603700" cy="334875"/>
              </a:xfrm>
              <a:prstGeom prst="rect">
                <a:avLst/>
              </a:prstGeom>
              <a:noFill/>
              <a:ln>
                <a:noFill/>
              </a:ln>
            </p:spPr>
          </p:pic>
        </p:grpSp>
        <p:grpSp>
          <p:nvGrpSpPr>
            <p:cNvPr id="81" name="Google Shape;81;p7"/>
            <p:cNvGrpSpPr/>
            <p:nvPr/>
          </p:nvGrpSpPr>
          <p:grpSpPr>
            <a:xfrm rot="10800000">
              <a:off x="7780098" y="2621835"/>
              <a:ext cx="1388125" cy="2534723"/>
              <a:chOff x="-9878" y="1"/>
              <a:chExt cx="1388125" cy="2534723"/>
            </a:xfrm>
          </p:grpSpPr>
          <p:pic>
            <p:nvPicPr>
              <p:cNvPr id="82" name="Google Shape;82;p7"/>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83" name="Google Shape;83;p7"/>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84" name="Google Shape;84;p7"/>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85" name="Google Shape;85;p7"/>
              <p:cNvPicPr preferRelativeResize="0"/>
              <p:nvPr/>
            </p:nvPicPr>
            <p:blipFill rotWithShape="1">
              <a:blip r:embed="rId5">
                <a:alphaModFix/>
              </a:blip>
              <a:srcRect b="50443"/>
              <a:stretch/>
            </p:blipFill>
            <p:spPr>
              <a:xfrm rot="5400000">
                <a:off x="-268127" y="1806250"/>
                <a:ext cx="959650" cy="443150"/>
              </a:xfrm>
              <a:prstGeom prst="rect">
                <a:avLst/>
              </a:prstGeom>
              <a:noFill/>
              <a:ln>
                <a:noFill/>
              </a:ln>
            </p:spPr>
          </p:pic>
          <p:pic>
            <p:nvPicPr>
              <p:cNvPr id="86" name="Google Shape;86;p7"/>
              <p:cNvPicPr preferRelativeResize="0"/>
              <p:nvPr/>
            </p:nvPicPr>
            <p:blipFill rotWithShape="1">
              <a:blip r:embed="rId3">
                <a:alphaModFix/>
              </a:blip>
              <a:srcRect l="11254" r="13011" b="50880"/>
              <a:stretch/>
            </p:blipFill>
            <p:spPr>
              <a:xfrm rot="5400000">
                <a:off x="-144290" y="2065436"/>
                <a:ext cx="603700" cy="334875"/>
              </a:xfrm>
              <a:prstGeom prst="rect">
                <a:avLst/>
              </a:prstGeom>
              <a:noFill/>
              <a:ln>
                <a:noFill/>
              </a:ln>
            </p:spPr>
          </p:pic>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87"/>
        <p:cNvGrpSpPr/>
        <p:nvPr/>
      </p:nvGrpSpPr>
      <p:grpSpPr>
        <a:xfrm>
          <a:off x="0" y="0"/>
          <a:ext cx="0" cy="0"/>
          <a:chOff x="0" y="0"/>
          <a:chExt cx="0" cy="0"/>
        </a:xfrm>
      </p:grpSpPr>
      <p:pic>
        <p:nvPicPr>
          <p:cNvPr id="88" name="Google Shape;88;p8"/>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89" name="Google Shape;89;p8"/>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90" name="Google Shape;90;p8"/>
          <p:cNvSpPr txBox="1">
            <a:spLocks noGrp="1"/>
          </p:cNvSpPr>
          <p:nvPr>
            <p:ph type="subTitle" idx="1"/>
          </p:nvPr>
        </p:nvSpPr>
        <p:spPr>
          <a:xfrm>
            <a:off x="845776" y="2691250"/>
            <a:ext cx="2230200" cy="127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91" name="Google Shape;91;p8"/>
          <p:cNvSpPr txBox="1">
            <a:spLocks noGrp="1"/>
          </p:cNvSpPr>
          <p:nvPr>
            <p:ph type="subTitle" idx="2"/>
          </p:nvPr>
        </p:nvSpPr>
        <p:spPr>
          <a:xfrm>
            <a:off x="3456897" y="2691250"/>
            <a:ext cx="2230200" cy="127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92" name="Google Shape;92;p8"/>
          <p:cNvSpPr txBox="1">
            <a:spLocks noGrp="1"/>
          </p:cNvSpPr>
          <p:nvPr>
            <p:ph type="subTitle" idx="3"/>
          </p:nvPr>
        </p:nvSpPr>
        <p:spPr>
          <a:xfrm>
            <a:off x="6068024" y="2691250"/>
            <a:ext cx="2230200" cy="127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93" name="Google Shape;93;p8"/>
          <p:cNvSpPr txBox="1">
            <a:spLocks noGrp="1"/>
          </p:cNvSpPr>
          <p:nvPr>
            <p:ph type="subTitle" idx="4"/>
          </p:nvPr>
        </p:nvSpPr>
        <p:spPr>
          <a:xfrm>
            <a:off x="845778" y="2225040"/>
            <a:ext cx="22302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4" name="Google Shape;94;p8"/>
          <p:cNvSpPr txBox="1">
            <a:spLocks noGrp="1"/>
          </p:cNvSpPr>
          <p:nvPr>
            <p:ph type="subTitle" idx="5"/>
          </p:nvPr>
        </p:nvSpPr>
        <p:spPr>
          <a:xfrm>
            <a:off x="3456901" y="2225040"/>
            <a:ext cx="22302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5" name="Google Shape;95;p8"/>
          <p:cNvSpPr txBox="1">
            <a:spLocks noGrp="1"/>
          </p:cNvSpPr>
          <p:nvPr>
            <p:ph type="subTitle" idx="6"/>
          </p:nvPr>
        </p:nvSpPr>
        <p:spPr>
          <a:xfrm>
            <a:off x="6068023" y="2225040"/>
            <a:ext cx="22302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96" name="Google Shape;96;p8"/>
          <p:cNvGrpSpPr/>
          <p:nvPr/>
        </p:nvGrpSpPr>
        <p:grpSpPr>
          <a:xfrm rot="10800000" flipH="1">
            <a:off x="-9878" y="0"/>
            <a:ext cx="9178101" cy="5156557"/>
            <a:chOff x="-9878" y="1"/>
            <a:chExt cx="9178101" cy="5156557"/>
          </a:xfrm>
        </p:grpSpPr>
        <p:grpSp>
          <p:nvGrpSpPr>
            <p:cNvPr id="97" name="Google Shape;97;p8"/>
            <p:cNvGrpSpPr/>
            <p:nvPr/>
          </p:nvGrpSpPr>
          <p:grpSpPr>
            <a:xfrm>
              <a:off x="-9877" y="0"/>
              <a:ext cx="1388125" cy="2534723"/>
              <a:chOff x="-9878" y="1"/>
              <a:chExt cx="1388125" cy="2534723"/>
            </a:xfrm>
          </p:grpSpPr>
          <p:pic>
            <p:nvPicPr>
              <p:cNvPr id="98" name="Google Shape;98;p8"/>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99" name="Google Shape;99;p8"/>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100" name="Google Shape;100;p8"/>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101" name="Google Shape;101;p8"/>
              <p:cNvPicPr preferRelativeResize="0"/>
              <p:nvPr/>
            </p:nvPicPr>
            <p:blipFill rotWithShape="1">
              <a:blip r:embed="rId5">
                <a:alphaModFix/>
              </a:blip>
              <a:srcRect b="50443"/>
              <a:stretch/>
            </p:blipFill>
            <p:spPr>
              <a:xfrm rot="5400000">
                <a:off x="-268127" y="1806250"/>
                <a:ext cx="959650" cy="443150"/>
              </a:xfrm>
              <a:prstGeom prst="rect">
                <a:avLst/>
              </a:prstGeom>
              <a:noFill/>
              <a:ln>
                <a:noFill/>
              </a:ln>
            </p:spPr>
          </p:pic>
          <p:pic>
            <p:nvPicPr>
              <p:cNvPr id="102" name="Google Shape;102;p8"/>
              <p:cNvPicPr preferRelativeResize="0"/>
              <p:nvPr/>
            </p:nvPicPr>
            <p:blipFill rotWithShape="1">
              <a:blip r:embed="rId3">
                <a:alphaModFix/>
              </a:blip>
              <a:srcRect l="11254" r="13011" b="50880"/>
              <a:stretch/>
            </p:blipFill>
            <p:spPr>
              <a:xfrm rot="5400000">
                <a:off x="-144290" y="2065436"/>
                <a:ext cx="603700" cy="334875"/>
              </a:xfrm>
              <a:prstGeom prst="rect">
                <a:avLst/>
              </a:prstGeom>
              <a:noFill/>
              <a:ln>
                <a:noFill/>
              </a:ln>
            </p:spPr>
          </p:pic>
        </p:grpSp>
        <p:grpSp>
          <p:nvGrpSpPr>
            <p:cNvPr id="103" name="Google Shape;103;p8"/>
            <p:cNvGrpSpPr/>
            <p:nvPr/>
          </p:nvGrpSpPr>
          <p:grpSpPr>
            <a:xfrm rot="10800000">
              <a:off x="7780098" y="2621835"/>
              <a:ext cx="1388125" cy="2534723"/>
              <a:chOff x="-9878" y="1"/>
              <a:chExt cx="1388125" cy="2534723"/>
            </a:xfrm>
          </p:grpSpPr>
          <p:pic>
            <p:nvPicPr>
              <p:cNvPr id="104" name="Google Shape;104;p8"/>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105" name="Google Shape;105;p8"/>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106" name="Google Shape;106;p8"/>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107" name="Google Shape;107;p8"/>
              <p:cNvPicPr preferRelativeResize="0"/>
              <p:nvPr/>
            </p:nvPicPr>
            <p:blipFill rotWithShape="1">
              <a:blip r:embed="rId5">
                <a:alphaModFix/>
              </a:blip>
              <a:srcRect b="50443"/>
              <a:stretch/>
            </p:blipFill>
            <p:spPr>
              <a:xfrm rot="5400000">
                <a:off x="-268127" y="1806250"/>
                <a:ext cx="959650" cy="443150"/>
              </a:xfrm>
              <a:prstGeom prst="rect">
                <a:avLst/>
              </a:prstGeom>
              <a:noFill/>
              <a:ln>
                <a:noFill/>
              </a:ln>
            </p:spPr>
          </p:pic>
          <p:pic>
            <p:nvPicPr>
              <p:cNvPr id="108" name="Google Shape;108;p8"/>
              <p:cNvPicPr preferRelativeResize="0"/>
              <p:nvPr/>
            </p:nvPicPr>
            <p:blipFill rotWithShape="1">
              <a:blip r:embed="rId3">
                <a:alphaModFix/>
              </a:blip>
              <a:srcRect l="11254" r="13011" b="50880"/>
              <a:stretch/>
            </p:blipFill>
            <p:spPr>
              <a:xfrm rot="5400000">
                <a:off x="-144290" y="2065436"/>
                <a:ext cx="603700" cy="334875"/>
              </a:xfrm>
              <a:prstGeom prst="rect">
                <a:avLst/>
              </a:prstGeom>
              <a:noFill/>
              <a:ln>
                <a:noFill/>
              </a:ln>
            </p:spPr>
          </p:pic>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9"/>
        <p:cNvGrpSpPr/>
        <p:nvPr/>
      </p:nvGrpSpPr>
      <p:grpSpPr>
        <a:xfrm>
          <a:off x="0" y="0"/>
          <a:ext cx="0" cy="0"/>
          <a:chOff x="0" y="0"/>
          <a:chExt cx="0" cy="0"/>
        </a:xfrm>
      </p:grpSpPr>
      <p:pic>
        <p:nvPicPr>
          <p:cNvPr id="110" name="Google Shape;110;p9"/>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111" name="Google Shape;111;p9"/>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grpSp>
        <p:nvGrpSpPr>
          <p:cNvPr id="112" name="Google Shape;112;p9"/>
          <p:cNvGrpSpPr/>
          <p:nvPr/>
        </p:nvGrpSpPr>
        <p:grpSpPr>
          <a:xfrm>
            <a:off x="-9878" y="1"/>
            <a:ext cx="9154003" cy="5143507"/>
            <a:chOff x="-9878" y="1"/>
            <a:chExt cx="9154003" cy="5143507"/>
          </a:xfrm>
        </p:grpSpPr>
        <p:pic>
          <p:nvPicPr>
            <p:cNvPr id="113" name="Google Shape;113;p9"/>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114" name="Google Shape;114;p9"/>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115" name="Google Shape;115;p9"/>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116" name="Google Shape;116;p9"/>
            <p:cNvPicPr preferRelativeResize="0"/>
            <p:nvPr/>
          </p:nvPicPr>
          <p:blipFill rotWithShape="1">
            <a:blip r:embed="rId5">
              <a:alphaModFix/>
            </a:blip>
            <a:srcRect b="50443"/>
            <a:stretch/>
          </p:blipFill>
          <p:spPr>
            <a:xfrm rot="5400000">
              <a:off x="-171901" y="701525"/>
              <a:ext cx="602100" cy="278050"/>
            </a:xfrm>
            <a:prstGeom prst="rect">
              <a:avLst/>
            </a:prstGeom>
            <a:noFill/>
            <a:ln>
              <a:noFill/>
            </a:ln>
          </p:spPr>
        </p:pic>
        <p:pic>
          <p:nvPicPr>
            <p:cNvPr id="117" name="Google Shape;117;p9"/>
            <p:cNvPicPr preferRelativeResize="0"/>
            <p:nvPr/>
          </p:nvPicPr>
          <p:blipFill rotWithShape="1">
            <a:blip r:embed="rId3">
              <a:alphaModFix/>
            </a:blip>
            <a:srcRect l="11254" r="13011" b="50880"/>
            <a:stretch/>
          </p:blipFill>
          <p:spPr>
            <a:xfrm rot="5400000">
              <a:off x="-144290" y="1246411"/>
              <a:ext cx="603700" cy="334875"/>
            </a:xfrm>
            <a:prstGeom prst="rect">
              <a:avLst/>
            </a:prstGeom>
            <a:noFill/>
            <a:ln>
              <a:noFill/>
            </a:ln>
          </p:spPr>
        </p:pic>
        <p:pic>
          <p:nvPicPr>
            <p:cNvPr id="118" name="Google Shape;118;p9"/>
            <p:cNvPicPr preferRelativeResize="0"/>
            <p:nvPr/>
          </p:nvPicPr>
          <p:blipFill rotWithShape="1">
            <a:blip r:embed="rId3">
              <a:alphaModFix/>
            </a:blip>
            <a:srcRect l="11254" r="13011" b="50880"/>
            <a:stretch/>
          </p:blipFill>
          <p:spPr>
            <a:xfrm rot="-5400000">
              <a:off x="8555335" y="3857059"/>
              <a:ext cx="732625" cy="406375"/>
            </a:xfrm>
            <a:prstGeom prst="rect">
              <a:avLst/>
            </a:prstGeom>
            <a:noFill/>
            <a:ln>
              <a:noFill/>
            </a:ln>
          </p:spPr>
        </p:pic>
        <p:pic>
          <p:nvPicPr>
            <p:cNvPr id="119" name="Google Shape;119;p9"/>
            <p:cNvPicPr preferRelativeResize="0"/>
            <p:nvPr/>
          </p:nvPicPr>
          <p:blipFill rotWithShape="1">
            <a:blip r:embed="rId4">
              <a:alphaModFix/>
            </a:blip>
            <a:srcRect t="-40484" r="5516" b="65415"/>
            <a:stretch/>
          </p:blipFill>
          <p:spPr>
            <a:xfrm rot="-5400000">
              <a:off x="7501110" y="3212706"/>
              <a:ext cx="1865925" cy="1381525"/>
            </a:xfrm>
            <a:prstGeom prst="rect">
              <a:avLst/>
            </a:prstGeom>
            <a:noFill/>
            <a:ln>
              <a:noFill/>
            </a:ln>
          </p:spPr>
        </p:pic>
        <p:pic>
          <p:nvPicPr>
            <p:cNvPr id="120" name="Google Shape;120;p9"/>
            <p:cNvPicPr preferRelativeResize="0"/>
            <p:nvPr/>
          </p:nvPicPr>
          <p:blipFill rotWithShape="1">
            <a:blip r:embed="rId4">
              <a:alphaModFix/>
            </a:blip>
            <a:srcRect l="48893" t="1038" r="12333" b="47015"/>
            <a:stretch/>
          </p:blipFill>
          <p:spPr>
            <a:xfrm rot="-5400000">
              <a:off x="7874773" y="3893445"/>
              <a:ext cx="1112000" cy="1388125"/>
            </a:xfrm>
            <a:prstGeom prst="rect">
              <a:avLst/>
            </a:prstGeom>
            <a:noFill/>
            <a:ln>
              <a:noFill/>
            </a:ln>
          </p:spPr>
        </p:pic>
        <p:pic>
          <p:nvPicPr>
            <p:cNvPr id="121" name="Google Shape;121;p9"/>
            <p:cNvPicPr preferRelativeResize="0"/>
            <p:nvPr/>
          </p:nvPicPr>
          <p:blipFill rotWithShape="1">
            <a:blip r:embed="rId5">
              <a:alphaModFix/>
            </a:blip>
            <a:srcRect l="50093" b="50443"/>
            <a:stretch/>
          </p:blipFill>
          <p:spPr>
            <a:xfrm rot="-5400000">
              <a:off x="8683088" y="4682466"/>
              <a:ext cx="478925" cy="443150"/>
            </a:xfrm>
            <a:prstGeom prst="rect">
              <a:avLst/>
            </a:prstGeom>
            <a:noFill/>
            <a:ln>
              <a:noFill/>
            </a:ln>
          </p:spPr>
        </p:pic>
        <p:pic>
          <p:nvPicPr>
            <p:cNvPr id="122" name="Google Shape;122;p9"/>
            <p:cNvPicPr preferRelativeResize="0"/>
            <p:nvPr/>
          </p:nvPicPr>
          <p:blipFill rotWithShape="1">
            <a:blip r:embed="rId3">
              <a:alphaModFix/>
            </a:blip>
            <a:srcRect l="11254" r="13011" b="50880"/>
            <a:stretch/>
          </p:blipFill>
          <p:spPr>
            <a:xfrm rot="-5400000">
              <a:off x="8655548" y="2743197"/>
              <a:ext cx="603700" cy="334875"/>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3"/>
        <p:cNvGrpSpPr/>
        <p:nvPr/>
      </p:nvGrpSpPr>
      <p:grpSpPr>
        <a:xfrm>
          <a:off x="0" y="0"/>
          <a:ext cx="0" cy="0"/>
          <a:chOff x="0" y="0"/>
          <a:chExt cx="0" cy="0"/>
        </a:xfrm>
      </p:grpSpPr>
      <p:pic>
        <p:nvPicPr>
          <p:cNvPr id="124" name="Google Shape;124;p10"/>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125" name="Google Shape;125;p10"/>
          <p:cNvSpPr txBox="1">
            <a:spLocks noGrp="1"/>
          </p:cNvSpPr>
          <p:nvPr>
            <p:ph type="title"/>
          </p:nvPr>
        </p:nvSpPr>
        <p:spPr>
          <a:xfrm>
            <a:off x="2317950" y="1307100"/>
            <a:ext cx="4508100" cy="2529300"/>
          </a:xfrm>
          <a:prstGeom prst="rect">
            <a:avLst/>
          </a:prstGeom>
          <a:noFill/>
          <a:ln>
            <a:noFill/>
          </a:ln>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6"/>
        <p:cNvGrpSpPr/>
        <p:nvPr/>
      </p:nvGrpSpPr>
      <p:grpSpPr>
        <a:xfrm>
          <a:off x="0" y="0"/>
          <a:ext cx="0" cy="0"/>
          <a:chOff x="0" y="0"/>
          <a:chExt cx="0" cy="0"/>
        </a:xfrm>
      </p:grpSpPr>
      <p:pic>
        <p:nvPicPr>
          <p:cNvPr id="127" name="Google Shape;127;p11"/>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128" name="Google Shape;128;p11"/>
          <p:cNvSpPr txBox="1">
            <a:spLocks noGrp="1"/>
          </p:cNvSpPr>
          <p:nvPr>
            <p:ph type="title"/>
          </p:nvPr>
        </p:nvSpPr>
        <p:spPr>
          <a:xfrm>
            <a:off x="2135550" y="1189100"/>
            <a:ext cx="4872900" cy="196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150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sp>
        <p:nvSpPr>
          <p:cNvPr id="129" name="Google Shape;129;p11"/>
          <p:cNvSpPr txBox="1">
            <a:spLocks noGrp="1"/>
          </p:cNvSpPr>
          <p:nvPr>
            <p:ph type="subTitle" idx="1"/>
          </p:nvPr>
        </p:nvSpPr>
        <p:spPr>
          <a:xfrm>
            <a:off x="2135550" y="3153500"/>
            <a:ext cx="4872900" cy="671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0"/>
        <p:cNvGrpSpPr/>
        <p:nvPr/>
      </p:nvGrpSpPr>
      <p:grpSpPr>
        <a:xfrm>
          <a:off x="0" y="0"/>
          <a:ext cx="0" cy="0"/>
          <a:chOff x="0" y="0"/>
          <a:chExt cx="0" cy="0"/>
        </a:xfrm>
      </p:grpSpPr>
      <p:pic>
        <p:nvPicPr>
          <p:cNvPr id="131" name="Google Shape;131;p12"/>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132" name="Google Shape;132;p12"/>
          <p:cNvSpPr txBox="1">
            <a:spLocks noGrp="1"/>
          </p:cNvSpPr>
          <p:nvPr>
            <p:ph type="title"/>
          </p:nvPr>
        </p:nvSpPr>
        <p:spPr>
          <a:xfrm>
            <a:off x="720000" y="4014450"/>
            <a:ext cx="7704000" cy="572700"/>
          </a:xfrm>
          <a:prstGeom prst="rect">
            <a:avLst/>
          </a:prstGeom>
          <a:solidFill>
            <a:schemeClr val="accent2"/>
          </a:solid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solidFill>
                  <a:schemeClr val="lt1"/>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3"/>
        <p:cNvGrpSpPr/>
        <p:nvPr/>
      </p:nvGrpSpPr>
      <p:grpSpPr>
        <a:xfrm>
          <a:off x="0" y="0"/>
          <a:ext cx="0" cy="0"/>
          <a:chOff x="0" y="0"/>
          <a:chExt cx="0" cy="0"/>
        </a:xfrm>
      </p:grpSpPr>
      <p:pic>
        <p:nvPicPr>
          <p:cNvPr id="134" name="Google Shape;134;p13"/>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135" name="Google Shape;135;p13"/>
          <p:cNvSpPr txBox="1">
            <a:spLocks noGrp="1"/>
          </p:cNvSpPr>
          <p:nvPr>
            <p:ph type="title" hasCustomPrompt="1"/>
          </p:nvPr>
        </p:nvSpPr>
        <p:spPr>
          <a:xfrm>
            <a:off x="1124700" y="1605338"/>
            <a:ext cx="6894600" cy="11934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a:lnSpc>
                <a:spcPct val="100000"/>
              </a:lnSpc>
              <a:spcBef>
                <a:spcPts val="0"/>
              </a:spcBef>
              <a:spcAft>
                <a:spcPts val="0"/>
              </a:spcAft>
              <a:buSzPts val="9600"/>
              <a:buNone/>
              <a:defRPr sz="7400" b="1">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36" name="Google Shape;136;p13"/>
          <p:cNvSpPr txBox="1">
            <a:spLocks noGrp="1"/>
          </p:cNvSpPr>
          <p:nvPr>
            <p:ph type="subTitle" idx="1"/>
          </p:nvPr>
        </p:nvSpPr>
        <p:spPr>
          <a:xfrm>
            <a:off x="1124700" y="3041063"/>
            <a:ext cx="6894600" cy="497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138"/>
        <p:cNvGrpSpPr/>
        <p:nvPr/>
      </p:nvGrpSpPr>
      <p:grpSpPr>
        <a:xfrm>
          <a:off x="0" y="0"/>
          <a:ext cx="0" cy="0"/>
          <a:chOff x="0" y="0"/>
          <a:chExt cx="0" cy="0"/>
        </a:xfrm>
      </p:grpSpPr>
      <p:pic>
        <p:nvPicPr>
          <p:cNvPr id="139" name="Google Shape;139;p15"/>
          <p:cNvPicPr preferRelativeResize="0"/>
          <p:nvPr/>
        </p:nvPicPr>
        <p:blipFill rotWithShape="1">
          <a:blip r:embed="rId2">
            <a:alphaModFix/>
          </a:blip>
          <a:srcRect b="4259"/>
          <a:stretch/>
        </p:blipFill>
        <p:spPr>
          <a:xfrm>
            <a:off x="125" y="0"/>
            <a:ext cx="9144000" cy="5143500"/>
          </a:xfrm>
          <a:prstGeom prst="rect">
            <a:avLst/>
          </a:prstGeom>
          <a:noFill/>
          <a:ln>
            <a:noFill/>
          </a:ln>
        </p:spPr>
      </p:pic>
      <p:sp>
        <p:nvSpPr>
          <p:cNvPr id="140" name="Google Shape;140;p15"/>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grpSp>
        <p:nvGrpSpPr>
          <p:cNvPr id="141" name="Google Shape;141;p15"/>
          <p:cNvGrpSpPr/>
          <p:nvPr/>
        </p:nvGrpSpPr>
        <p:grpSpPr>
          <a:xfrm rot="10800000" flipH="1">
            <a:off x="-9878" y="1"/>
            <a:ext cx="9154003" cy="5143507"/>
            <a:chOff x="-9878" y="1"/>
            <a:chExt cx="9154003" cy="5143507"/>
          </a:xfrm>
        </p:grpSpPr>
        <p:pic>
          <p:nvPicPr>
            <p:cNvPr id="142" name="Google Shape;142;p15"/>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143" name="Google Shape;143;p15"/>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144" name="Google Shape;144;p15"/>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145" name="Google Shape;145;p15"/>
            <p:cNvPicPr preferRelativeResize="0"/>
            <p:nvPr/>
          </p:nvPicPr>
          <p:blipFill rotWithShape="1">
            <a:blip r:embed="rId5">
              <a:alphaModFix/>
            </a:blip>
            <a:srcRect b="50443"/>
            <a:stretch/>
          </p:blipFill>
          <p:spPr>
            <a:xfrm rot="5400000">
              <a:off x="-171901" y="701525"/>
              <a:ext cx="602100" cy="278050"/>
            </a:xfrm>
            <a:prstGeom prst="rect">
              <a:avLst/>
            </a:prstGeom>
            <a:noFill/>
            <a:ln>
              <a:noFill/>
            </a:ln>
          </p:spPr>
        </p:pic>
        <p:pic>
          <p:nvPicPr>
            <p:cNvPr id="146" name="Google Shape;146;p15"/>
            <p:cNvPicPr preferRelativeResize="0"/>
            <p:nvPr/>
          </p:nvPicPr>
          <p:blipFill rotWithShape="1">
            <a:blip r:embed="rId3">
              <a:alphaModFix/>
            </a:blip>
            <a:srcRect l="11254" r="13011" b="50880"/>
            <a:stretch/>
          </p:blipFill>
          <p:spPr>
            <a:xfrm rot="5400000">
              <a:off x="-144290" y="1246411"/>
              <a:ext cx="603700" cy="334875"/>
            </a:xfrm>
            <a:prstGeom prst="rect">
              <a:avLst/>
            </a:prstGeom>
            <a:noFill/>
            <a:ln>
              <a:noFill/>
            </a:ln>
          </p:spPr>
        </p:pic>
        <p:pic>
          <p:nvPicPr>
            <p:cNvPr id="147" name="Google Shape;147;p15"/>
            <p:cNvPicPr preferRelativeResize="0"/>
            <p:nvPr/>
          </p:nvPicPr>
          <p:blipFill rotWithShape="1">
            <a:blip r:embed="rId3">
              <a:alphaModFix/>
            </a:blip>
            <a:srcRect l="11254" r="13011" b="50880"/>
            <a:stretch/>
          </p:blipFill>
          <p:spPr>
            <a:xfrm rot="-5400000">
              <a:off x="8555335" y="3857059"/>
              <a:ext cx="732625" cy="406375"/>
            </a:xfrm>
            <a:prstGeom prst="rect">
              <a:avLst/>
            </a:prstGeom>
            <a:noFill/>
            <a:ln>
              <a:noFill/>
            </a:ln>
          </p:spPr>
        </p:pic>
        <p:pic>
          <p:nvPicPr>
            <p:cNvPr id="148" name="Google Shape;148;p15"/>
            <p:cNvPicPr preferRelativeResize="0"/>
            <p:nvPr/>
          </p:nvPicPr>
          <p:blipFill rotWithShape="1">
            <a:blip r:embed="rId4">
              <a:alphaModFix/>
            </a:blip>
            <a:srcRect t="-40484" r="5516" b="65415"/>
            <a:stretch/>
          </p:blipFill>
          <p:spPr>
            <a:xfrm rot="-5400000">
              <a:off x="7501110" y="3212706"/>
              <a:ext cx="1865925" cy="1381525"/>
            </a:xfrm>
            <a:prstGeom prst="rect">
              <a:avLst/>
            </a:prstGeom>
            <a:noFill/>
            <a:ln>
              <a:noFill/>
            </a:ln>
          </p:spPr>
        </p:pic>
        <p:pic>
          <p:nvPicPr>
            <p:cNvPr id="149" name="Google Shape;149;p15"/>
            <p:cNvPicPr preferRelativeResize="0"/>
            <p:nvPr/>
          </p:nvPicPr>
          <p:blipFill rotWithShape="1">
            <a:blip r:embed="rId4">
              <a:alphaModFix/>
            </a:blip>
            <a:srcRect l="48893" t="1038" r="12333" b="47015"/>
            <a:stretch/>
          </p:blipFill>
          <p:spPr>
            <a:xfrm rot="-5400000">
              <a:off x="7874773" y="3893445"/>
              <a:ext cx="1112000" cy="1388125"/>
            </a:xfrm>
            <a:prstGeom prst="rect">
              <a:avLst/>
            </a:prstGeom>
            <a:noFill/>
            <a:ln>
              <a:noFill/>
            </a:ln>
          </p:spPr>
        </p:pic>
        <p:pic>
          <p:nvPicPr>
            <p:cNvPr id="150" name="Google Shape;150;p15"/>
            <p:cNvPicPr preferRelativeResize="0"/>
            <p:nvPr/>
          </p:nvPicPr>
          <p:blipFill rotWithShape="1">
            <a:blip r:embed="rId5">
              <a:alphaModFix/>
            </a:blip>
            <a:srcRect l="50093" b="50443"/>
            <a:stretch/>
          </p:blipFill>
          <p:spPr>
            <a:xfrm rot="-5400000">
              <a:off x="8683088" y="4682466"/>
              <a:ext cx="478925" cy="443150"/>
            </a:xfrm>
            <a:prstGeom prst="rect">
              <a:avLst/>
            </a:prstGeom>
            <a:noFill/>
            <a:ln>
              <a:noFill/>
            </a:ln>
          </p:spPr>
        </p:pic>
        <p:pic>
          <p:nvPicPr>
            <p:cNvPr id="151" name="Google Shape;151;p15"/>
            <p:cNvPicPr preferRelativeResize="0"/>
            <p:nvPr/>
          </p:nvPicPr>
          <p:blipFill rotWithShape="1">
            <a:blip r:embed="rId3">
              <a:alphaModFix/>
            </a:blip>
            <a:srcRect l="11254" r="13011" b="50880"/>
            <a:stretch/>
          </p:blipFill>
          <p:spPr>
            <a:xfrm rot="-5400000">
              <a:off x="8655548" y="2743197"/>
              <a:ext cx="603700" cy="334875"/>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52"/>
        <p:cNvGrpSpPr/>
        <p:nvPr/>
      </p:nvGrpSpPr>
      <p:grpSpPr>
        <a:xfrm>
          <a:off x="0" y="0"/>
          <a:ext cx="0" cy="0"/>
          <a:chOff x="0" y="0"/>
          <a:chExt cx="0" cy="0"/>
        </a:xfrm>
      </p:grpSpPr>
      <p:pic>
        <p:nvPicPr>
          <p:cNvPr id="153" name="Google Shape;153;p16"/>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154" name="Google Shape;154;p16"/>
          <p:cNvSpPr txBox="1">
            <a:spLocks noGrp="1"/>
          </p:cNvSpPr>
          <p:nvPr>
            <p:ph type="title"/>
          </p:nvPr>
        </p:nvSpPr>
        <p:spPr>
          <a:xfrm>
            <a:off x="3683326" y="3176488"/>
            <a:ext cx="3818700" cy="5319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3000"/>
              <a:buNone/>
              <a:defRPr sz="2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155" name="Google Shape;155;p16"/>
          <p:cNvSpPr txBox="1">
            <a:spLocks noGrp="1"/>
          </p:cNvSpPr>
          <p:nvPr>
            <p:ph type="subTitle" idx="1"/>
          </p:nvPr>
        </p:nvSpPr>
        <p:spPr>
          <a:xfrm>
            <a:off x="1641750" y="1435113"/>
            <a:ext cx="5860500" cy="14784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4_1">
    <p:spTree>
      <p:nvGrpSpPr>
        <p:cNvPr id="1" name="Shape 156"/>
        <p:cNvGrpSpPr/>
        <p:nvPr/>
      </p:nvGrpSpPr>
      <p:grpSpPr>
        <a:xfrm>
          <a:off x="0" y="0"/>
          <a:ext cx="0" cy="0"/>
          <a:chOff x="0" y="0"/>
          <a:chExt cx="0" cy="0"/>
        </a:xfrm>
      </p:grpSpPr>
      <p:pic>
        <p:nvPicPr>
          <p:cNvPr id="157" name="Google Shape;157;p17"/>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158" name="Google Shape;158;p17"/>
          <p:cNvSpPr txBox="1">
            <a:spLocks noGrp="1"/>
          </p:cNvSpPr>
          <p:nvPr>
            <p:ph type="title"/>
          </p:nvPr>
        </p:nvSpPr>
        <p:spPr>
          <a:xfrm>
            <a:off x="713225" y="539500"/>
            <a:ext cx="2402100" cy="1146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59" name="Google Shape;159;p17"/>
          <p:cNvSpPr txBox="1">
            <a:spLocks noGrp="1"/>
          </p:cNvSpPr>
          <p:nvPr>
            <p:ph type="subTitle" idx="1"/>
          </p:nvPr>
        </p:nvSpPr>
        <p:spPr>
          <a:xfrm>
            <a:off x="713225" y="1799350"/>
            <a:ext cx="2402100" cy="1026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160" name="Google Shape;160;p17"/>
          <p:cNvSpPr>
            <a:spLocks noGrp="1"/>
          </p:cNvSpPr>
          <p:nvPr>
            <p:ph type="pic" idx="2"/>
          </p:nvPr>
        </p:nvSpPr>
        <p:spPr>
          <a:xfrm>
            <a:off x="5629675" y="539500"/>
            <a:ext cx="2801100" cy="4064700"/>
          </a:xfrm>
          <a:prstGeom prst="rect">
            <a:avLst/>
          </a:prstGeom>
          <a:noFill/>
          <a:ln>
            <a:noFill/>
          </a:ln>
        </p:spPr>
      </p:sp>
      <p:sp>
        <p:nvSpPr>
          <p:cNvPr id="161" name="Google Shape;161;p17"/>
          <p:cNvSpPr>
            <a:spLocks noGrp="1"/>
          </p:cNvSpPr>
          <p:nvPr>
            <p:ph type="pic" idx="3"/>
          </p:nvPr>
        </p:nvSpPr>
        <p:spPr>
          <a:xfrm>
            <a:off x="3171450" y="539500"/>
            <a:ext cx="2304300" cy="2285700"/>
          </a:xfrm>
          <a:prstGeom prst="rect">
            <a:avLst/>
          </a:prstGeom>
          <a:noFill/>
          <a:ln>
            <a:noFill/>
          </a:ln>
        </p:spPr>
      </p:sp>
      <p:sp>
        <p:nvSpPr>
          <p:cNvPr id="162" name="Google Shape;162;p17"/>
          <p:cNvSpPr>
            <a:spLocks noGrp="1"/>
          </p:cNvSpPr>
          <p:nvPr>
            <p:ph type="pic" idx="4"/>
          </p:nvPr>
        </p:nvSpPr>
        <p:spPr>
          <a:xfrm>
            <a:off x="713225" y="2953775"/>
            <a:ext cx="2304300" cy="1650300"/>
          </a:xfrm>
          <a:prstGeom prst="rect">
            <a:avLst/>
          </a:prstGeom>
          <a:noFill/>
          <a:ln>
            <a:noFill/>
          </a:ln>
        </p:spPr>
      </p:sp>
      <p:sp>
        <p:nvSpPr>
          <p:cNvPr id="163" name="Google Shape;163;p17"/>
          <p:cNvSpPr>
            <a:spLocks noGrp="1"/>
          </p:cNvSpPr>
          <p:nvPr>
            <p:ph type="pic" idx="5"/>
          </p:nvPr>
        </p:nvSpPr>
        <p:spPr>
          <a:xfrm>
            <a:off x="3171450" y="2953775"/>
            <a:ext cx="2304300" cy="16503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4_1_1">
    <p:spTree>
      <p:nvGrpSpPr>
        <p:cNvPr id="1"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259"/>
          <a:stretch/>
        </p:blipFill>
        <p:spPr>
          <a:xfrm>
            <a:off x="125" y="0"/>
            <a:ext cx="9144000" cy="5143500"/>
          </a:xfrm>
          <a:prstGeom prst="rect">
            <a:avLst/>
          </a:prstGeom>
          <a:noFill/>
          <a:ln>
            <a:noFill/>
          </a:ln>
        </p:spPr>
      </p:pic>
      <p:sp>
        <p:nvSpPr>
          <p:cNvPr id="166" name="Google Shape;166;p18"/>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grpSp>
        <p:nvGrpSpPr>
          <p:cNvPr id="167" name="Google Shape;167;p18"/>
          <p:cNvGrpSpPr/>
          <p:nvPr/>
        </p:nvGrpSpPr>
        <p:grpSpPr>
          <a:xfrm rot="10800000" flipH="1">
            <a:off x="-9878" y="1"/>
            <a:ext cx="9154003" cy="5143507"/>
            <a:chOff x="-9878" y="1"/>
            <a:chExt cx="9154003" cy="5143507"/>
          </a:xfrm>
        </p:grpSpPr>
        <p:pic>
          <p:nvPicPr>
            <p:cNvPr id="168" name="Google Shape;168;p18"/>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169" name="Google Shape;169;p18"/>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170" name="Google Shape;170;p18"/>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171" name="Google Shape;171;p18"/>
            <p:cNvPicPr preferRelativeResize="0"/>
            <p:nvPr/>
          </p:nvPicPr>
          <p:blipFill rotWithShape="1">
            <a:blip r:embed="rId5">
              <a:alphaModFix/>
            </a:blip>
            <a:srcRect b="50443"/>
            <a:stretch/>
          </p:blipFill>
          <p:spPr>
            <a:xfrm rot="5400000">
              <a:off x="-171901" y="701525"/>
              <a:ext cx="602100" cy="278050"/>
            </a:xfrm>
            <a:prstGeom prst="rect">
              <a:avLst/>
            </a:prstGeom>
            <a:noFill/>
            <a:ln>
              <a:noFill/>
            </a:ln>
          </p:spPr>
        </p:pic>
        <p:pic>
          <p:nvPicPr>
            <p:cNvPr id="172" name="Google Shape;172;p18"/>
            <p:cNvPicPr preferRelativeResize="0"/>
            <p:nvPr/>
          </p:nvPicPr>
          <p:blipFill rotWithShape="1">
            <a:blip r:embed="rId3">
              <a:alphaModFix/>
            </a:blip>
            <a:srcRect l="11254" r="13011" b="50880"/>
            <a:stretch/>
          </p:blipFill>
          <p:spPr>
            <a:xfrm rot="5400000">
              <a:off x="-144290" y="1246411"/>
              <a:ext cx="603700" cy="334875"/>
            </a:xfrm>
            <a:prstGeom prst="rect">
              <a:avLst/>
            </a:prstGeom>
            <a:noFill/>
            <a:ln>
              <a:noFill/>
            </a:ln>
          </p:spPr>
        </p:pic>
        <p:pic>
          <p:nvPicPr>
            <p:cNvPr id="173" name="Google Shape;173;p18"/>
            <p:cNvPicPr preferRelativeResize="0"/>
            <p:nvPr/>
          </p:nvPicPr>
          <p:blipFill rotWithShape="1">
            <a:blip r:embed="rId3">
              <a:alphaModFix/>
            </a:blip>
            <a:srcRect l="11254" r="13011" b="50880"/>
            <a:stretch/>
          </p:blipFill>
          <p:spPr>
            <a:xfrm rot="-5400000">
              <a:off x="8555335" y="3857059"/>
              <a:ext cx="732625" cy="406375"/>
            </a:xfrm>
            <a:prstGeom prst="rect">
              <a:avLst/>
            </a:prstGeom>
            <a:noFill/>
            <a:ln>
              <a:noFill/>
            </a:ln>
          </p:spPr>
        </p:pic>
        <p:pic>
          <p:nvPicPr>
            <p:cNvPr id="174" name="Google Shape;174;p18"/>
            <p:cNvPicPr preferRelativeResize="0"/>
            <p:nvPr/>
          </p:nvPicPr>
          <p:blipFill rotWithShape="1">
            <a:blip r:embed="rId4">
              <a:alphaModFix/>
            </a:blip>
            <a:srcRect t="-40484" r="5516" b="65415"/>
            <a:stretch/>
          </p:blipFill>
          <p:spPr>
            <a:xfrm rot="-5400000">
              <a:off x="7501110" y="3212706"/>
              <a:ext cx="1865925" cy="1381525"/>
            </a:xfrm>
            <a:prstGeom prst="rect">
              <a:avLst/>
            </a:prstGeom>
            <a:noFill/>
            <a:ln>
              <a:noFill/>
            </a:ln>
          </p:spPr>
        </p:pic>
        <p:pic>
          <p:nvPicPr>
            <p:cNvPr id="175" name="Google Shape;175;p18"/>
            <p:cNvPicPr preferRelativeResize="0"/>
            <p:nvPr/>
          </p:nvPicPr>
          <p:blipFill rotWithShape="1">
            <a:blip r:embed="rId4">
              <a:alphaModFix/>
            </a:blip>
            <a:srcRect l="48893" t="1038" r="12333" b="47015"/>
            <a:stretch/>
          </p:blipFill>
          <p:spPr>
            <a:xfrm rot="-5400000">
              <a:off x="7874773" y="3893445"/>
              <a:ext cx="1112000" cy="1388125"/>
            </a:xfrm>
            <a:prstGeom prst="rect">
              <a:avLst/>
            </a:prstGeom>
            <a:noFill/>
            <a:ln>
              <a:noFill/>
            </a:ln>
          </p:spPr>
        </p:pic>
        <p:pic>
          <p:nvPicPr>
            <p:cNvPr id="176" name="Google Shape;176;p18"/>
            <p:cNvPicPr preferRelativeResize="0"/>
            <p:nvPr/>
          </p:nvPicPr>
          <p:blipFill rotWithShape="1">
            <a:blip r:embed="rId5">
              <a:alphaModFix/>
            </a:blip>
            <a:srcRect l="50093" b="50443"/>
            <a:stretch/>
          </p:blipFill>
          <p:spPr>
            <a:xfrm rot="-5400000">
              <a:off x="8683088" y="4682466"/>
              <a:ext cx="478925" cy="443150"/>
            </a:xfrm>
            <a:prstGeom prst="rect">
              <a:avLst/>
            </a:prstGeom>
            <a:noFill/>
            <a:ln>
              <a:noFill/>
            </a:ln>
          </p:spPr>
        </p:pic>
        <p:pic>
          <p:nvPicPr>
            <p:cNvPr id="177" name="Google Shape;177;p18"/>
            <p:cNvPicPr preferRelativeResize="0"/>
            <p:nvPr/>
          </p:nvPicPr>
          <p:blipFill rotWithShape="1">
            <a:blip r:embed="rId3">
              <a:alphaModFix/>
            </a:blip>
            <a:srcRect l="11254" r="13011" b="50880"/>
            <a:stretch/>
          </p:blipFill>
          <p:spPr>
            <a:xfrm rot="-5400000">
              <a:off x="8655548" y="2743197"/>
              <a:ext cx="603700" cy="334875"/>
            </a:xfrm>
            <a:prstGeom prst="rect">
              <a:avLst/>
            </a:prstGeom>
            <a:noFill/>
            <a:ln>
              <a:noFill/>
            </a:ln>
          </p:spPr>
        </p:pic>
      </p:grpSp>
      <p:sp>
        <p:nvSpPr>
          <p:cNvPr id="178" name="Google Shape;178;p18"/>
          <p:cNvSpPr txBox="1">
            <a:spLocks noGrp="1"/>
          </p:cNvSpPr>
          <p:nvPr>
            <p:ph type="subTitle" idx="1"/>
          </p:nvPr>
        </p:nvSpPr>
        <p:spPr>
          <a:xfrm>
            <a:off x="720000" y="1206950"/>
            <a:ext cx="7704000" cy="2640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1600"/>
              </a:spcBef>
              <a:spcAft>
                <a:spcPts val="0"/>
              </a:spcAft>
              <a:buSzPts val="1200"/>
              <a:buChar char="■"/>
              <a:defRPr/>
            </a:lvl3pPr>
            <a:lvl4pPr lvl="3" algn="ctr">
              <a:lnSpc>
                <a:spcPct val="100000"/>
              </a:lnSpc>
              <a:spcBef>
                <a:spcPts val="1600"/>
              </a:spcBef>
              <a:spcAft>
                <a:spcPts val="0"/>
              </a:spcAft>
              <a:buSzPts val="1200"/>
              <a:buChar char="●"/>
              <a:defRPr/>
            </a:lvl4pPr>
            <a:lvl5pPr lvl="4" algn="ctr">
              <a:lnSpc>
                <a:spcPct val="100000"/>
              </a:lnSpc>
              <a:spcBef>
                <a:spcPts val="1600"/>
              </a:spcBef>
              <a:spcAft>
                <a:spcPts val="0"/>
              </a:spcAft>
              <a:buSzPts val="1200"/>
              <a:buChar char="○"/>
              <a:defRPr/>
            </a:lvl5pPr>
            <a:lvl6pPr lvl="5" algn="ctr">
              <a:lnSpc>
                <a:spcPct val="100000"/>
              </a:lnSpc>
              <a:spcBef>
                <a:spcPts val="1600"/>
              </a:spcBef>
              <a:spcAft>
                <a:spcPts val="0"/>
              </a:spcAft>
              <a:buSzPts val="1200"/>
              <a:buChar char="■"/>
              <a:defRPr/>
            </a:lvl6pPr>
            <a:lvl7pPr lvl="6" algn="ctr">
              <a:lnSpc>
                <a:spcPct val="100000"/>
              </a:lnSpc>
              <a:spcBef>
                <a:spcPts val="1600"/>
              </a:spcBef>
              <a:spcAft>
                <a:spcPts val="0"/>
              </a:spcAft>
              <a:buSzPts val="1200"/>
              <a:buChar char="●"/>
              <a:defRPr/>
            </a:lvl7pPr>
            <a:lvl8pPr lvl="7" algn="ctr">
              <a:lnSpc>
                <a:spcPct val="100000"/>
              </a:lnSpc>
              <a:spcBef>
                <a:spcPts val="1600"/>
              </a:spcBef>
              <a:spcAft>
                <a:spcPts val="0"/>
              </a:spcAft>
              <a:buSzPts val="1200"/>
              <a:buChar char="○"/>
              <a:defRPr/>
            </a:lvl8pPr>
            <a:lvl9pPr lvl="8" algn="ctr">
              <a:lnSpc>
                <a:spcPct val="100000"/>
              </a:lnSpc>
              <a:spcBef>
                <a:spcPts val="1600"/>
              </a:spcBef>
              <a:spcAft>
                <a:spcPts val="1600"/>
              </a:spcAft>
              <a:buSzPts val="12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79"/>
        <p:cNvGrpSpPr/>
        <p:nvPr/>
      </p:nvGrpSpPr>
      <p:grpSpPr>
        <a:xfrm>
          <a:off x="0" y="0"/>
          <a:ext cx="0" cy="0"/>
          <a:chOff x="0" y="0"/>
          <a:chExt cx="0" cy="0"/>
        </a:xfrm>
      </p:grpSpPr>
      <p:pic>
        <p:nvPicPr>
          <p:cNvPr id="180" name="Google Shape;180;p19"/>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181" name="Google Shape;181;p19"/>
          <p:cNvSpPr txBox="1">
            <a:spLocks noGrp="1"/>
          </p:cNvSpPr>
          <p:nvPr>
            <p:ph type="title"/>
          </p:nvPr>
        </p:nvSpPr>
        <p:spPr>
          <a:xfrm>
            <a:off x="720000" y="539496"/>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82" name="Google Shape;182;p19"/>
          <p:cNvSpPr txBox="1">
            <a:spLocks noGrp="1"/>
          </p:cNvSpPr>
          <p:nvPr>
            <p:ph type="subTitle" idx="1"/>
          </p:nvPr>
        </p:nvSpPr>
        <p:spPr>
          <a:xfrm>
            <a:off x="1600324" y="1967750"/>
            <a:ext cx="2811000" cy="954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183" name="Google Shape;183;p19"/>
          <p:cNvSpPr txBox="1">
            <a:spLocks noGrp="1"/>
          </p:cNvSpPr>
          <p:nvPr>
            <p:ph type="subTitle" idx="2"/>
          </p:nvPr>
        </p:nvSpPr>
        <p:spPr>
          <a:xfrm>
            <a:off x="5613000" y="1967750"/>
            <a:ext cx="2811000" cy="954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184" name="Google Shape;184;p19"/>
          <p:cNvSpPr txBox="1">
            <a:spLocks noGrp="1"/>
          </p:cNvSpPr>
          <p:nvPr>
            <p:ph type="subTitle" idx="3"/>
          </p:nvPr>
        </p:nvSpPr>
        <p:spPr>
          <a:xfrm>
            <a:off x="1600324" y="3552125"/>
            <a:ext cx="2811000" cy="954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185" name="Google Shape;185;p19"/>
          <p:cNvSpPr txBox="1">
            <a:spLocks noGrp="1"/>
          </p:cNvSpPr>
          <p:nvPr>
            <p:ph type="subTitle" idx="4"/>
          </p:nvPr>
        </p:nvSpPr>
        <p:spPr>
          <a:xfrm>
            <a:off x="5613000" y="3552125"/>
            <a:ext cx="2811000" cy="954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186" name="Google Shape;186;p19"/>
          <p:cNvSpPr txBox="1">
            <a:spLocks noGrp="1"/>
          </p:cNvSpPr>
          <p:nvPr>
            <p:ph type="subTitle" idx="5"/>
          </p:nvPr>
        </p:nvSpPr>
        <p:spPr>
          <a:xfrm>
            <a:off x="1600324" y="1522000"/>
            <a:ext cx="28110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87" name="Google Shape;187;p19"/>
          <p:cNvSpPr txBox="1">
            <a:spLocks noGrp="1"/>
          </p:cNvSpPr>
          <p:nvPr>
            <p:ph type="subTitle" idx="6"/>
          </p:nvPr>
        </p:nvSpPr>
        <p:spPr>
          <a:xfrm>
            <a:off x="1600324" y="3106450"/>
            <a:ext cx="28110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88" name="Google Shape;188;p19"/>
          <p:cNvSpPr txBox="1">
            <a:spLocks noGrp="1"/>
          </p:cNvSpPr>
          <p:nvPr>
            <p:ph type="subTitle" idx="7"/>
          </p:nvPr>
        </p:nvSpPr>
        <p:spPr>
          <a:xfrm>
            <a:off x="5612974" y="1522000"/>
            <a:ext cx="28110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89" name="Google Shape;189;p19"/>
          <p:cNvSpPr txBox="1">
            <a:spLocks noGrp="1"/>
          </p:cNvSpPr>
          <p:nvPr>
            <p:ph type="subTitle" idx="8"/>
          </p:nvPr>
        </p:nvSpPr>
        <p:spPr>
          <a:xfrm>
            <a:off x="5612974" y="3106450"/>
            <a:ext cx="28110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90" name="Google Shape;190;p19"/>
          <p:cNvGrpSpPr/>
          <p:nvPr/>
        </p:nvGrpSpPr>
        <p:grpSpPr>
          <a:xfrm>
            <a:off x="-9878" y="1"/>
            <a:ext cx="9134713" cy="5143507"/>
            <a:chOff x="-9878" y="1"/>
            <a:chExt cx="9134713" cy="5143507"/>
          </a:xfrm>
        </p:grpSpPr>
        <p:grpSp>
          <p:nvGrpSpPr>
            <p:cNvPr id="191" name="Google Shape;191;p19"/>
            <p:cNvGrpSpPr/>
            <p:nvPr/>
          </p:nvGrpSpPr>
          <p:grpSpPr>
            <a:xfrm>
              <a:off x="-9877" y="0"/>
              <a:ext cx="1388125" cy="2507650"/>
              <a:chOff x="-9878" y="1"/>
              <a:chExt cx="1388125" cy="2507650"/>
            </a:xfrm>
          </p:grpSpPr>
          <p:pic>
            <p:nvPicPr>
              <p:cNvPr id="192" name="Google Shape;192;p19"/>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193" name="Google Shape;193;p19"/>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194" name="Google Shape;194;p19"/>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195" name="Google Shape;195;p19"/>
              <p:cNvPicPr preferRelativeResize="0"/>
              <p:nvPr/>
            </p:nvPicPr>
            <p:blipFill rotWithShape="1">
              <a:blip r:embed="rId5">
                <a:alphaModFix/>
              </a:blip>
              <a:srcRect b="50443"/>
              <a:stretch/>
            </p:blipFill>
            <p:spPr>
              <a:xfrm rot="5400000">
                <a:off x="-268127" y="1806250"/>
                <a:ext cx="959650" cy="443150"/>
              </a:xfrm>
              <a:prstGeom prst="rect">
                <a:avLst/>
              </a:prstGeom>
              <a:noFill/>
              <a:ln>
                <a:noFill/>
              </a:ln>
            </p:spPr>
          </p:pic>
          <p:pic>
            <p:nvPicPr>
              <p:cNvPr id="196" name="Google Shape;196;p19"/>
              <p:cNvPicPr preferRelativeResize="0"/>
              <p:nvPr/>
            </p:nvPicPr>
            <p:blipFill rotWithShape="1">
              <a:blip r:embed="rId3">
                <a:alphaModFix/>
              </a:blip>
              <a:srcRect l="11254" r="13011" b="50880"/>
              <a:stretch/>
            </p:blipFill>
            <p:spPr>
              <a:xfrm rot="5400000">
                <a:off x="-144290" y="1246411"/>
                <a:ext cx="603700" cy="334875"/>
              </a:xfrm>
              <a:prstGeom prst="rect">
                <a:avLst/>
              </a:prstGeom>
              <a:noFill/>
              <a:ln>
                <a:noFill/>
              </a:ln>
            </p:spPr>
          </p:pic>
        </p:grpSp>
        <p:grpSp>
          <p:nvGrpSpPr>
            <p:cNvPr id="197" name="Google Shape;197;p19"/>
            <p:cNvGrpSpPr/>
            <p:nvPr/>
          </p:nvGrpSpPr>
          <p:grpSpPr>
            <a:xfrm>
              <a:off x="7736711" y="2608785"/>
              <a:ext cx="1388125" cy="2534723"/>
              <a:chOff x="7736711" y="2608785"/>
              <a:chExt cx="1388125" cy="2534723"/>
            </a:xfrm>
          </p:grpSpPr>
          <p:pic>
            <p:nvPicPr>
              <p:cNvPr id="198" name="Google Shape;198;p19"/>
              <p:cNvPicPr preferRelativeResize="0"/>
              <p:nvPr/>
            </p:nvPicPr>
            <p:blipFill rotWithShape="1">
              <a:blip r:embed="rId3">
                <a:alphaModFix/>
              </a:blip>
              <a:srcRect l="11254" r="13011" b="50880"/>
              <a:stretch/>
            </p:blipFill>
            <p:spPr>
              <a:xfrm rot="-5400000">
                <a:off x="8555335" y="3857059"/>
                <a:ext cx="732625" cy="406375"/>
              </a:xfrm>
              <a:prstGeom prst="rect">
                <a:avLst/>
              </a:prstGeom>
              <a:noFill/>
              <a:ln>
                <a:noFill/>
              </a:ln>
            </p:spPr>
          </p:pic>
          <p:pic>
            <p:nvPicPr>
              <p:cNvPr id="199" name="Google Shape;199;p19"/>
              <p:cNvPicPr preferRelativeResize="0"/>
              <p:nvPr/>
            </p:nvPicPr>
            <p:blipFill rotWithShape="1">
              <a:blip r:embed="rId4">
                <a:alphaModFix/>
              </a:blip>
              <a:srcRect t="-40484" r="5516" b="65415"/>
              <a:stretch/>
            </p:blipFill>
            <p:spPr>
              <a:xfrm rot="-5400000">
                <a:off x="7501110" y="3212706"/>
                <a:ext cx="1865925" cy="1381525"/>
              </a:xfrm>
              <a:prstGeom prst="rect">
                <a:avLst/>
              </a:prstGeom>
              <a:noFill/>
              <a:ln>
                <a:noFill/>
              </a:ln>
            </p:spPr>
          </p:pic>
          <p:pic>
            <p:nvPicPr>
              <p:cNvPr id="200" name="Google Shape;200;p19"/>
              <p:cNvPicPr preferRelativeResize="0"/>
              <p:nvPr/>
            </p:nvPicPr>
            <p:blipFill rotWithShape="1">
              <a:blip r:embed="rId4">
                <a:alphaModFix/>
              </a:blip>
              <a:srcRect l="48893" t="1038" r="12333" b="47015"/>
              <a:stretch/>
            </p:blipFill>
            <p:spPr>
              <a:xfrm rot="-5400000">
                <a:off x="7874773" y="3893445"/>
                <a:ext cx="1112000" cy="1388125"/>
              </a:xfrm>
              <a:prstGeom prst="rect">
                <a:avLst/>
              </a:prstGeom>
              <a:noFill/>
              <a:ln>
                <a:noFill/>
              </a:ln>
            </p:spPr>
          </p:pic>
          <p:pic>
            <p:nvPicPr>
              <p:cNvPr id="201" name="Google Shape;201;p19"/>
              <p:cNvPicPr preferRelativeResize="0"/>
              <p:nvPr/>
            </p:nvPicPr>
            <p:blipFill rotWithShape="1">
              <a:blip r:embed="rId5">
                <a:alphaModFix/>
              </a:blip>
              <a:srcRect b="50443"/>
              <a:stretch/>
            </p:blipFill>
            <p:spPr>
              <a:xfrm rot="-5400000">
                <a:off x="8423435" y="4382433"/>
                <a:ext cx="959650" cy="443150"/>
              </a:xfrm>
              <a:prstGeom prst="rect">
                <a:avLst/>
              </a:prstGeom>
              <a:noFill/>
              <a:ln>
                <a:noFill/>
              </a:ln>
            </p:spPr>
          </p:pic>
          <p:pic>
            <p:nvPicPr>
              <p:cNvPr id="202" name="Google Shape;202;p19"/>
              <p:cNvPicPr preferRelativeResize="0"/>
              <p:nvPr/>
            </p:nvPicPr>
            <p:blipFill rotWithShape="1">
              <a:blip r:embed="rId3">
                <a:alphaModFix/>
              </a:blip>
              <a:srcRect l="11254" r="13011" b="50880"/>
              <a:stretch/>
            </p:blipFill>
            <p:spPr>
              <a:xfrm rot="-5400000">
                <a:off x="8655548" y="2743197"/>
                <a:ext cx="603700" cy="334875"/>
              </a:xfrm>
              <a:prstGeom prst="rect">
                <a:avLst/>
              </a:prstGeom>
              <a:noFill/>
              <a:ln>
                <a:noFill/>
              </a:ln>
            </p:spPr>
          </p:pic>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03"/>
        <p:cNvGrpSpPr/>
        <p:nvPr/>
      </p:nvGrpSpPr>
      <p:grpSpPr>
        <a:xfrm>
          <a:off x="0" y="0"/>
          <a:ext cx="0" cy="0"/>
          <a:chOff x="0" y="0"/>
          <a:chExt cx="0" cy="0"/>
        </a:xfrm>
      </p:grpSpPr>
      <p:pic>
        <p:nvPicPr>
          <p:cNvPr id="204" name="Google Shape;204;p20"/>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205" name="Google Shape;205;p20"/>
          <p:cNvSpPr txBox="1">
            <a:spLocks noGrp="1"/>
          </p:cNvSpPr>
          <p:nvPr>
            <p:ph type="title"/>
          </p:nvPr>
        </p:nvSpPr>
        <p:spPr>
          <a:xfrm>
            <a:off x="720000" y="539500"/>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06" name="Google Shape;206;p20"/>
          <p:cNvSpPr txBox="1">
            <a:spLocks noGrp="1"/>
          </p:cNvSpPr>
          <p:nvPr>
            <p:ph type="subTitle" idx="1"/>
          </p:nvPr>
        </p:nvSpPr>
        <p:spPr>
          <a:xfrm>
            <a:off x="796200" y="1802471"/>
            <a:ext cx="2397300" cy="923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207" name="Google Shape;207;p20"/>
          <p:cNvSpPr txBox="1">
            <a:spLocks noGrp="1"/>
          </p:cNvSpPr>
          <p:nvPr>
            <p:ph type="subTitle" idx="2"/>
          </p:nvPr>
        </p:nvSpPr>
        <p:spPr>
          <a:xfrm>
            <a:off x="3373350" y="1802471"/>
            <a:ext cx="2397300" cy="923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208" name="Google Shape;208;p20"/>
          <p:cNvSpPr txBox="1">
            <a:spLocks noGrp="1"/>
          </p:cNvSpPr>
          <p:nvPr>
            <p:ph type="subTitle" idx="3"/>
          </p:nvPr>
        </p:nvSpPr>
        <p:spPr>
          <a:xfrm>
            <a:off x="796200" y="3529550"/>
            <a:ext cx="2397300" cy="923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209" name="Google Shape;209;p20"/>
          <p:cNvSpPr txBox="1">
            <a:spLocks noGrp="1"/>
          </p:cNvSpPr>
          <p:nvPr>
            <p:ph type="subTitle" idx="4"/>
          </p:nvPr>
        </p:nvSpPr>
        <p:spPr>
          <a:xfrm>
            <a:off x="3373350" y="3529550"/>
            <a:ext cx="2397300" cy="923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210" name="Google Shape;210;p20"/>
          <p:cNvSpPr txBox="1">
            <a:spLocks noGrp="1"/>
          </p:cNvSpPr>
          <p:nvPr>
            <p:ph type="subTitle" idx="5"/>
          </p:nvPr>
        </p:nvSpPr>
        <p:spPr>
          <a:xfrm>
            <a:off x="5950500" y="1802471"/>
            <a:ext cx="2397300" cy="923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211" name="Google Shape;211;p20"/>
          <p:cNvSpPr txBox="1">
            <a:spLocks noGrp="1"/>
          </p:cNvSpPr>
          <p:nvPr>
            <p:ph type="subTitle" idx="6"/>
          </p:nvPr>
        </p:nvSpPr>
        <p:spPr>
          <a:xfrm>
            <a:off x="5950500" y="3529550"/>
            <a:ext cx="2397300" cy="923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212" name="Google Shape;212;p20"/>
          <p:cNvSpPr txBox="1">
            <a:spLocks noGrp="1"/>
          </p:cNvSpPr>
          <p:nvPr>
            <p:ph type="subTitle" idx="7"/>
          </p:nvPr>
        </p:nvSpPr>
        <p:spPr>
          <a:xfrm>
            <a:off x="796200" y="1336275"/>
            <a:ext cx="23952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3" name="Google Shape;213;p20"/>
          <p:cNvSpPr txBox="1">
            <a:spLocks noGrp="1"/>
          </p:cNvSpPr>
          <p:nvPr>
            <p:ph type="subTitle" idx="8"/>
          </p:nvPr>
        </p:nvSpPr>
        <p:spPr>
          <a:xfrm>
            <a:off x="3373350" y="1336275"/>
            <a:ext cx="23952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4" name="Google Shape;214;p20"/>
          <p:cNvSpPr txBox="1">
            <a:spLocks noGrp="1"/>
          </p:cNvSpPr>
          <p:nvPr>
            <p:ph type="subTitle" idx="9"/>
          </p:nvPr>
        </p:nvSpPr>
        <p:spPr>
          <a:xfrm>
            <a:off x="5950500" y="1336275"/>
            <a:ext cx="23952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5" name="Google Shape;215;p20"/>
          <p:cNvSpPr txBox="1">
            <a:spLocks noGrp="1"/>
          </p:cNvSpPr>
          <p:nvPr>
            <p:ph type="subTitle" idx="13"/>
          </p:nvPr>
        </p:nvSpPr>
        <p:spPr>
          <a:xfrm>
            <a:off x="796200" y="3063352"/>
            <a:ext cx="23952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6" name="Google Shape;216;p20"/>
          <p:cNvSpPr txBox="1">
            <a:spLocks noGrp="1"/>
          </p:cNvSpPr>
          <p:nvPr>
            <p:ph type="subTitle" idx="14"/>
          </p:nvPr>
        </p:nvSpPr>
        <p:spPr>
          <a:xfrm>
            <a:off x="3373350" y="3063352"/>
            <a:ext cx="23952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17" name="Google Shape;217;p20"/>
          <p:cNvSpPr txBox="1">
            <a:spLocks noGrp="1"/>
          </p:cNvSpPr>
          <p:nvPr>
            <p:ph type="subTitle" idx="15"/>
          </p:nvPr>
        </p:nvSpPr>
        <p:spPr>
          <a:xfrm>
            <a:off x="5950500" y="3063352"/>
            <a:ext cx="2395200" cy="466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a:solidFill>
                  <a:schemeClr val="dk1"/>
                </a:solidFill>
                <a:latin typeface="Playfair Display"/>
                <a:ea typeface="Playfair Display"/>
                <a:cs typeface="Playfair Display"/>
                <a:sym typeface="Playfair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218" name="Google Shape;218;p20"/>
          <p:cNvGrpSpPr/>
          <p:nvPr/>
        </p:nvGrpSpPr>
        <p:grpSpPr>
          <a:xfrm rot="10800000" flipH="1">
            <a:off x="-9878" y="1"/>
            <a:ext cx="9134713" cy="5143507"/>
            <a:chOff x="-9878" y="1"/>
            <a:chExt cx="9134713" cy="5143507"/>
          </a:xfrm>
        </p:grpSpPr>
        <p:grpSp>
          <p:nvGrpSpPr>
            <p:cNvPr id="219" name="Google Shape;219;p20"/>
            <p:cNvGrpSpPr/>
            <p:nvPr/>
          </p:nvGrpSpPr>
          <p:grpSpPr>
            <a:xfrm>
              <a:off x="-9877" y="0"/>
              <a:ext cx="1388125" cy="2507650"/>
              <a:chOff x="-9878" y="1"/>
              <a:chExt cx="1388125" cy="2507650"/>
            </a:xfrm>
          </p:grpSpPr>
          <p:pic>
            <p:nvPicPr>
              <p:cNvPr id="220" name="Google Shape;220;p20"/>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221" name="Google Shape;221;p20"/>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222" name="Google Shape;222;p20"/>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223" name="Google Shape;223;p20"/>
              <p:cNvPicPr preferRelativeResize="0"/>
              <p:nvPr/>
            </p:nvPicPr>
            <p:blipFill rotWithShape="1">
              <a:blip r:embed="rId5">
                <a:alphaModFix/>
              </a:blip>
              <a:srcRect b="50443"/>
              <a:stretch/>
            </p:blipFill>
            <p:spPr>
              <a:xfrm rot="5400000">
                <a:off x="-268127" y="1806250"/>
                <a:ext cx="959650" cy="443150"/>
              </a:xfrm>
              <a:prstGeom prst="rect">
                <a:avLst/>
              </a:prstGeom>
              <a:noFill/>
              <a:ln>
                <a:noFill/>
              </a:ln>
            </p:spPr>
          </p:pic>
          <p:pic>
            <p:nvPicPr>
              <p:cNvPr id="224" name="Google Shape;224;p20"/>
              <p:cNvPicPr preferRelativeResize="0"/>
              <p:nvPr/>
            </p:nvPicPr>
            <p:blipFill rotWithShape="1">
              <a:blip r:embed="rId3">
                <a:alphaModFix/>
              </a:blip>
              <a:srcRect l="11254" r="13011" b="50880"/>
              <a:stretch/>
            </p:blipFill>
            <p:spPr>
              <a:xfrm rot="5400000">
                <a:off x="-144290" y="1246411"/>
                <a:ext cx="603700" cy="334875"/>
              </a:xfrm>
              <a:prstGeom prst="rect">
                <a:avLst/>
              </a:prstGeom>
              <a:noFill/>
              <a:ln>
                <a:noFill/>
              </a:ln>
            </p:spPr>
          </p:pic>
        </p:grpSp>
        <p:grpSp>
          <p:nvGrpSpPr>
            <p:cNvPr id="225" name="Google Shape;225;p20"/>
            <p:cNvGrpSpPr/>
            <p:nvPr/>
          </p:nvGrpSpPr>
          <p:grpSpPr>
            <a:xfrm>
              <a:off x="7736711" y="2608785"/>
              <a:ext cx="1388125" cy="2534723"/>
              <a:chOff x="7736711" y="2608785"/>
              <a:chExt cx="1388125" cy="2534723"/>
            </a:xfrm>
          </p:grpSpPr>
          <p:pic>
            <p:nvPicPr>
              <p:cNvPr id="226" name="Google Shape;226;p20"/>
              <p:cNvPicPr preferRelativeResize="0"/>
              <p:nvPr/>
            </p:nvPicPr>
            <p:blipFill rotWithShape="1">
              <a:blip r:embed="rId3">
                <a:alphaModFix/>
              </a:blip>
              <a:srcRect l="11254" r="13011" b="50880"/>
              <a:stretch/>
            </p:blipFill>
            <p:spPr>
              <a:xfrm rot="-5400000">
                <a:off x="8555335" y="3857059"/>
                <a:ext cx="732625" cy="406375"/>
              </a:xfrm>
              <a:prstGeom prst="rect">
                <a:avLst/>
              </a:prstGeom>
              <a:noFill/>
              <a:ln>
                <a:noFill/>
              </a:ln>
            </p:spPr>
          </p:pic>
          <p:pic>
            <p:nvPicPr>
              <p:cNvPr id="227" name="Google Shape;227;p20"/>
              <p:cNvPicPr preferRelativeResize="0"/>
              <p:nvPr/>
            </p:nvPicPr>
            <p:blipFill rotWithShape="1">
              <a:blip r:embed="rId4">
                <a:alphaModFix/>
              </a:blip>
              <a:srcRect t="-40484" r="5516" b="65415"/>
              <a:stretch/>
            </p:blipFill>
            <p:spPr>
              <a:xfrm rot="-5400000">
                <a:off x="7501110" y="3212706"/>
                <a:ext cx="1865925" cy="1381525"/>
              </a:xfrm>
              <a:prstGeom prst="rect">
                <a:avLst/>
              </a:prstGeom>
              <a:noFill/>
              <a:ln>
                <a:noFill/>
              </a:ln>
            </p:spPr>
          </p:pic>
          <p:pic>
            <p:nvPicPr>
              <p:cNvPr id="228" name="Google Shape;228;p20"/>
              <p:cNvPicPr preferRelativeResize="0"/>
              <p:nvPr/>
            </p:nvPicPr>
            <p:blipFill rotWithShape="1">
              <a:blip r:embed="rId4">
                <a:alphaModFix/>
              </a:blip>
              <a:srcRect l="48893" t="1038" r="12333" b="47015"/>
              <a:stretch/>
            </p:blipFill>
            <p:spPr>
              <a:xfrm rot="-5400000">
                <a:off x="7874773" y="3893445"/>
                <a:ext cx="1112000" cy="1388125"/>
              </a:xfrm>
              <a:prstGeom prst="rect">
                <a:avLst/>
              </a:prstGeom>
              <a:noFill/>
              <a:ln>
                <a:noFill/>
              </a:ln>
            </p:spPr>
          </p:pic>
          <p:pic>
            <p:nvPicPr>
              <p:cNvPr id="229" name="Google Shape;229;p20"/>
              <p:cNvPicPr preferRelativeResize="0"/>
              <p:nvPr/>
            </p:nvPicPr>
            <p:blipFill rotWithShape="1">
              <a:blip r:embed="rId5">
                <a:alphaModFix/>
              </a:blip>
              <a:srcRect b="50443"/>
              <a:stretch/>
            </p:blipFill>
            <p:spPr>
              <a:xfrm rot="-5400000">
                <a:off x="8423435" y="4382433"/>
                <a:ext cx="959650" cy="443150"/>
              </a:xfrm>
              <a:prstGeom prst="rect">
                <a:avLst/>
              </a:prstGeom>
              <a:noFill/>
              <a:ln>
                <a:noFill/>
              </a:ln>
            </p:spPr>
          </p:pic>
          <p:pic>
            <p:nvPicPr>
              <p:cNvPr id="230" name="Google Shape;230;p20"/>
              <p:cNvPicPr preferRelativeResize="0"/>
              <p:nvPr/>
            </p:nvPicPr>
            <p:blipFill rotWithShape="1">
              <a:blip r:embed="rId3">
                <a:alphaModFix/>
              </a:blip>
              <a:srcRect l="11254" r="13011" b="50880"/>
              <a:stretch/>
            </p:blipFill>
            <p:spPr>
              <a:xfrm rot="-5400000">
                <a:off x="8655548" y="2743197"/>
                <a:ext cx="603700" cy="334875"/>
              </a:xfrm>
              <a:prstGeom prst="rect">
                <a:avLst/>
              </a:prstGeom>
              <a:noFill/>
              <a:ln>
                <a:noFill/>
              </a:ln>
            </p:spPr>
          </p:pic>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231"/>
        <p:cNvGrpSpPr/>
        <p:nvPr/>
      </p:nvGrpSpPr>
      <p:grpSpPr>
        <a:xfrm>
          <a:off x="0" y="0"/>
          <a:ext cx="0" cy="0"/>
          <a:chOff x="0" y="0"/>
          <a:chExt cx="0" cy="0"/>
        </a:xfrm>
      </p:grpSpPr>
      <p:pic>
        <p:nvPicPr>
          <p:cNvPr id="232" name="Google Shape;232;p21"/>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233" name="Google Shape;233;p21"/>
          <p:cNvSpPr txBox="1">
            <a:spLocks noGrp="1"/>
          </p:cNvSpPr>
          <p:nvPr>
            <p:ph type="title"/>
          </p:nvPr>
        </p:nvSpPr>
        <p:spPr>
          <a:xfrm>
            <a:off x="798388" y="2743394"/>
            <a:ext cx="3492600" cy="768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4500" b="1">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234" name="Google Shape;234;p21"/>
          <p:cNvSpPr txBox="1">
            <a:spLocks noGrp="1"/>
          </p:cNvSpPr>
          <p:nvPr>
            <p:ph type="subTitle" idx="1"/>
          </p:nvPr>
        </p:nvSpPr>
        <p:spPr>
          <a:xfrm>
            <a:off x="798388" y="3512292"/>
            <a:ext cx="3492600" cy="59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35" name="Google Shape;235;p21"/>
          <p:cNvSpPr txBox="1">
            <a:spLocks noGrp="1"/>
          </p:cNvSpPr>
          <p:nvPr>
            <p:ph type="title" idx="2"/>
          </p:nvPr>
        </p:nvSpPr>
        <p:spPr>
          <a:xfrm>
            <a:off x="2825700" y="1032408"/>
            <a:ext cx="3492600" cy="768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4500" b="1">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236" name="Google Shape;236;p21"/>
          <p:cNvSpPr txBox="1">
            <a:spLocks noGrp="1"/>
          </p:cNvSpPr>
          <p:nvPr>
            <p:ph type="subTitle" idx="3"/>
          </p:nvPr>
        </p:nvSpPr>
        <p:spPr>
          <a:xfrm>
            <a:off x="2825700" y="1801320"/>
            <a:ext cx="3492600" cy="59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237" name="Google Shape;237;p21"/>
          <p:cNvSpPr txBox="1">
            <a:spLocks noGrp="1"/>
          </p:cNvSpPr>
          <p:nvPr>
            <p:ph type="title" idx="4"/>
          </p:nvPr>
        </p:nvSpPr>
        <p:spPr>
          <a:xfrm>
            <a:off x="4853013" y="2743394"/>
            <a:ext cx="3492600" cy="768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4500" b="1">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238" name="Google Shape;238;p21"/>
          <p:cNvSpPr txBox="1">
            <a:spLocks noGrp="1"/>
          </p:cNvSpPr>
          <p:nvPr>
            <p:ph type="subTitle" idx="5"/>
          </p:nvPr>
        </p:nvSpPr>
        <p:spPr>
          <a:xfrm>
            <a:off x="4853013" y="3512292"/>
            <a:ext cx="3492600" cy="59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1200"/>
              <a:buFont typeface="PT Sans"/>
              <a:buNone/>
              <a:defRPr>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39"/>
        <p:cNvGrpSpPr/>
        <p:nvPr/>
      </p:nvGrpSpPr>
      <p:grpSpPr>
        <a:xfrm>
          <a:off x="0" y="0"/>
          <a:ext cx="0" cy="0"/>
          <a:chOff x="0" y="0"/>
          <a:chExt cx="0" cy="0"/>
        </a:xfrm>
      </p:grpSpPr>
      <p:pic>
        <p:nvPicPr>
          <p:cNvPr id="240" name="Google Shape;240;p22"/>
          <p:cNvPicPr preferRelativeResize="0"/>
          <p:nvPr/>
        </p:nvPicPr>
        <p:blipFill rotWithShape="1">
          <a:blip r:embed="rId2">
            <a:alphaModFix/>
          </a:blip>
          <a:srcRect b="4259"/>
          <a:stretch/>
        </p:blipFill>
        <p:spPr>
          <a:xfrm>
            <a:off x="0" y="0"/>
            <a:ext cx="9144000" cy="5143500"/>
          </a:xfrm>
          <a:prstGeom prst="rect">
            <a:avLst/>
          </a:prstGeom>
          <a:noFill/>
          <a:ln>
            <a:noFill/>
          </a:ln>
        </p:spPr>
      </p:pic>
      <p:sp>
        <p:nvSpPr>
          <p:cNvPr id="241" name="Google Shape;241;p22"/>
          <p:cNvSpPr txBox="1">
            <a:spLocks noGrp="1"/>
          </p:cNvSpPr>
          <p:nvPr>
            <p:ph type="title"/>
          </p:nvPr>
        </p:nvSpPr>
        <p:spPr>
          <a:xfrm>
            <a:off x="2347938" y="951250"/>
            <a:ext cx="4448100" cy="1058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000"/>
              <a:buNone/>
              <a:defRPr sz="72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42" name="Google Shape;242;p22"/>
          <p:cNvSpPr txBox="1">
            <a:spLocks noGrp="1"/>
          </p:cNvSpPr>
          <p:nvPr>
            <p:ph type="subTitle" idx="1"/>
          </p:nvPr>
        </p:nvSpPr>
        <p:spPr>
          <a:xfrm>
            <a:off x="2347900" y="1811197"/>
            <a:ext cx="4448100" cy="110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a:endParaRPr/>
          </a:p>
        </p:txBody>
      </p:sp>
      <p:sp>
        <p:nvSpPr>
          <p:cNvPr id="243" name="Google Shape;243;p22"/>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300"/>
              </a:spcBef>
              <a:spcAft>
                <a:spcPts val="0"/>
              </a:spcAft>
              <a:buClr>
                <a:srgbClr val="000000"/>
              </a:buClr>
              <a:buSzPts val="1200"/>
              <a:buFont typeface="Arial"/>
              <a:buNone/>
            </a:pPr>
            <a:r>
              <a:rPr lang="en" sz="1200" b="1" i="0" u="none" strike="noStrike" cap="none">
                <a:solidFill>
                  <a:schemeClr val="dk1"/>
                </a:solidFill>
                <a:latin typeface="Atkinson Hyperlegible"/>
                <a:ea typeface="Atkinson Hyperlegible"/>
                <a:cs typeface="Atkinson Hyperlegible"/>
                <a:sym typeface="Atkinson Hyperlegible"/>
              </a:rPr>
              <a:t>CREDITS:</a:t>
            </a:r>
            <a:r>
              <a:rPr lang="en" sz="1200" b="0" i="0" u="none" strike="noStrike" cap="none">
                <a:solidFill>
                  <a:schemeClr val="dk1"/>
                </a:solidFill>
                <a:latin typeface="Atkinson Hyperlegible"/>
                <a:ea typeface="Atkinson Hyperlegible"/>
                <a:cs typeface="Atkinson Hyperlegible"/>
                <a:sym typeface="Atkinson Hyperlegible"/>
              </a:rPr>
              <a:t> This presentation template was created by </a:t>
            </a:r>
            <a:r>
              <a:rPr lang="en" sz="1200" b="1" i="0" u="sng" strike="noStrike" cap="none">
                <a:solidFill>
                  <a:schemeClr val="hlink"/>
                </a:solidFill>
                <a:latin typeface="Atkinson Hyperlegible"/>
                <a:ea typeface="Atkinson Hyperlegible"/>
                <a:cs typeface="Atkinson Hyperlegible"/>
                <a:sym typeface="Atkinson Hyperlegible"/>
                <a:hlinkClick r:id="rId3"/>
              </a:rPr>
              <a:t>Slidesgo</a:t>
            </a:r>
            <a:r>
              <a:rPr lang="en" sz="1200" b="0" i="0" u="none" strike="noStrike" cap="none">
                <a:solidFill>
                  <a:schemeClr val="dk1"/>
                </a:solidFill>
                <a:latin typeface="Atkinson Hyperlegible"/>
                <a:ea typeface="Atkinson Hyperlegible"/>
                <a:cs typeface="Atkinson Hyperlegible"/>
                <a:sym typeface="Atkinson Hyperlegible"/>
              </a:rPr>
              <a:t>, and includes icons by </a:t>
            </a:r>
            <a:r>
              <a:rPr lang="en" sz="1200" b="1" i="0" u="sng" strike="noStrike" cap="none">
                <a:solidFill>
                  <a:schemeClr val="hlink"/>
                </a:solidFill>
                <a:latin typeface="Atkinson Hyperlegible"/>
                <a:ea typeface="Atkinson Hyperlegible"/>
                <a:cs typeface="Atkinson Hyperlegible"/>
                <a:sym typeface="Atkinson Hyperlegible"/>
                <a:hlinkClick r:id="rId4"/>
              </a:rPr>
              <a:t>Flaticon</a:t>
            </a:r>
            <a:r>
              <a:rPr lang="en" sz="1200" b="0" i="0" u="none" strike="noStrike" cap="none">
                <a:solidFill>
                  <a:schemeClr val="dk1"/>
                </a:solidFill>
                <a:latin typeface="Atkinson Hyperlegible"/>
                <a:ea typeface="Atkinson Hyperlegible"/>
                <a:cs typeface="Atkinson Hyperlegible"/>
                <a:sym typeface="Atkinson Hyperlegible"/>
              </a:rPr>
              <a:t>, and infographics &amp; images by </a:t>
            </a:r>
            <a:r>
              <a:rPr lang="en" sz="1200" b="1" i="0" u="sng" strike="noStrike" cap="none">
                <a:solidFill>
                  <a:schemeClr val="hlink"/>
                </a:solidFill>
                <a:latin typeface="Atkinson Hyperlegible"/>
                <a:ea typeface="Atkinson Hyperlegible"/>
                <a:cs typeface="Atkinson Hyperlegible"/>
                <a:sym typeface="Atkinson Hyperlegible"/>
                <a:hlinkClick r:id="rId5"/>
              </a:rPr>
              <a:t>Freepik</a:t>
            </a:r>
            <a:r>
              <a:rPr lang="en" sz="1200" b="0" i="0" u="sng" strike="noStrike" cap="none">
                <a:solidFill>
                  <a:schemeClr val="dk1"/>
                </a:solidFill>
                <a:latin typeface="Atkinson Hyperlegible"/>
                <a:ea typeface="Atkinson Hyperlegible"/>
                <a:cs typeface="Atkinson Hyperlegible"/>
                <a:sym typeface="Atkinson Hyperlegible"/>
              </a:rPr>
              <a:t> </a:t>
            </a:r>
            <a:endParaRPr sz="1200" b="1" i="0" u="sng" strike="noStrike" cap="none">
              <a:solidFill>
                <a:schemeClr val="dk1"/>
              </a:solidFill>
              <a:latin typeface="Atkinson Hyperlegible"/>
              <a:ea typeface="Atkinson Hyperlegible"/>
              <a:cs typeface="Atkinson Hyperlegible"/>
              <a:sym typeface="Atkinson Hyperlegible"/>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44"/>
        <p:cNvGrpSpPr/>
        <p:nvPr/>
      </p:nvGrpSpPr>
      <p:grpSpPr>
        <a:xfrm>
          <a:off x="0" y="0"/>
          <a:ext cx="0" cy="0"/>
          <a:chOff x="0" y="0"/>
          <a:chExt cx="0" cy="0"/>
        </a:xfrm>
      </p:grpSpPr>
      <p:pic>
        <p:nvPicPr>
          <p:cNvPr id="245" name="Google Shape;245;p23"/>
          <p:cNvPicPr preferRelativeResize="0"/>
          <p:nvPr/>
        </p:nvPicPr>
        <p:blipFill rotWithShape="1">
          <a:blip r:embed="rId2">
            <a:alphaModFix/>
          </a:blip>
          <a:srcRect b="4259"/>
          <a:stretch/>
        </p:blipFill>
        <p:spPr>
          <a:xfrm>
            <a:off x="0" y="0"/>
            <a:ext cx="9144000" cy="5143500"/>
          </a:xfrm>
          <a:prstGeom prst="rect">
            <a:avLst/>
          </a:prstGeom>
          <a:noFill/>
          <a:ln>
            <a:noFill/>
          </a:ln>
        </p:spPr>
      </p:pic>
      <p:pic>
        <p:nvPicPr>
          <p:cNvPr id="246" name="Google Shape;246;p23"/>
          <p:cNvPicPr preferRelativeResize="0"/>
          <p:nvPr/>
        </p:nvPicPr>
        <p:blipFill rotWithShape="1">
          <a:blip r:embed="rId3">
            <a:alphaModFix/>
          </a:blip>
          <a:srcRect l="11254" r="13011" b="50880"/>
          <a:stretch/>
        </p:blipFill>
        <p:spPr>
          <a:xfrm rot="5400000">
            <a:off x="-173002" y="880074"/>
            <a:ext cx="732625" cy="406375"/>
          </a:xfrm>
          <a:prstGeom prst="rect">
            <a:avLst/>
          </a:prstGeom>
          <a:noFill/>
          <a:ln>
            <a:noFill/>
          </a:ln>
        </p:spPr>
      </p:pic>
      <p:pic>
        <p:nvPicPr>
          <p:cNvPr id="247" name="Google Shape;247;p23"/>
          <p:cNvPicPr preferRelativeResize="0"/>
          <p:nvPr/>
        </p:nvPicPr>
        <p:blipFill rotWithShape="1">
          <a:blip r:embed="rId4">
            <a:alphaModFix/>
          </a:blip>
          <a:srcRect t="-40484" r="5516" b="65415"/>
          <a:stretch/>
        </p:blipFill>
        <p:spPr>
          <a:xfrm rot="5400000">
            <a:off x="-252077" y="549276"/>
            <a:ext cx="1865925" cy="1381525"/>
          </a:xfrm>
          <a:prstGeom prst="rect">
            <a:avLst/>
          </a:prstGeom>
          <a:noFill/>
          <a:ln>
            <a:noFill/>
          </a:ln>
        </p:spPr>
      </p:pic>
      <p:pic>
        <p:nvPicPr>
          <p:cNvPr id="248" name="Google Shape;248;p23"/>
          <p:cNvPicPr preferRelativeResize="0"/>
          <p:nvPr/>
        </p:nvPicPr>
        <p:blipFill rotWithShape="1">
          <a:blip r:embed="rId4">
            <a:alphaModFix/>
          </a:blip>
          <a:srcRect l="48893" t="1038" r="12333" b="47015"/>
          <a:stretch/>
        </p:blipFill>
        <p:spPr>
          <a:xfrm rot="5400000">
            <a:off x="128185" y="-138062"/>
            <a:ext cx="1112000" cy="1388125"/>
          </a:xfrm>
          <a:prstGeom prst="rect">
            <a:avLst/>
          </a:prstGeom>
          <a:noFill/>
          <a:ln>
            <a:noFill/>
          </a:ln>
        </p:spPr>
      </p:pic>
      <p:pic>
        <p:nvPicPr>
          <p:cNvPr id="249" name="Google Shape;249;p23"/>
          <p:cNvPicPr preferRelativeResize="0"/>
          <p:nvPr/>
        </p:nvPicPr>
        <p:blipFill rotWithShape="1">
          <a:blip r:embed="rId5">
            <a:alphaModFix/>
          </a:blip>
          <a:srcRect b="50443"/>
          <a:stretch/>
        </p:blipFill>
        <p:spPr>
          <a:xfrm rot="5400000">
            <a:off x="-171901" y="701525"/>
            <a:ext cx="602100" cy="278050"/>
          </a:xfrm>
          <a:prstGeom prst="rect">
            <a:avLst/>
          </a:prstGeom>
          <a:noFill/>
          <a:ln>
            <a:noFill/>
          </a:ln>
        </p:spPr>
      </p:pic>
      <p:pic>
        <p:nvPicPr>
          <p:cNvPr id="250" name="Google Shape;250;p23"/>
          <p:cNvPicPr preferRelativeResize="0"/>
          <p:nvPr/>
        </p:nvPicPr>
        <p:blipFill rotWithShape="1">
          <a:blip r:embed="rId3">
            <a:alphaModFix/>
          </a:blip>
          <a:srcRect l="11254" r="13011" b="50880"/>
          <a:stretch/>
        </p:blipFill>
        <p:spPr>
          <a:xfrm rot="5400000">
            <a:off x="-144290" y="1246411"/>
            <a:ext cx="603700" cy="334875"/>
          </a:xfrm>
          <a:prstGeom prst="rect">
            <a:avLst/>
          </a:prstGeom>
          <a:noFill/>
          <a:ln>
            <a:noFill/>
          </a:ln>
        </p:spPr>
      </p:pic>
      <p:pic>
        <p:nvPicPr>
          <p:cNvPr id="251" name="Google Shape;251;p23"/>
          <p:cNvPicPr preferRelativeResize="0"/>
          <p:nvPr/>
        </p:nvPicPr>
        <p:blipFill rotWithShape="1">
          <a:blip r:embed="rId3">
            <a:alphaModFix/>
          </a:blip>
          <a:srcRect l="11254" r="13011" b="50880"/>
          <a:stretch/>
        </p:blipFill>
        <p:spPr>
          <a:xfrm rot="-5400000">
            <a:off x="8555335" y="3857059"/>
            <a:ext cx="732625" cy="406375"/>
          </a:xfrm>
          <a:prstGeom prst="rect">
            <a:avLst/>
          </a:prstGeom>
          <a:noFill/>
          <a:ln>
            <a:noFill/>
          </a:ln>
        </p:spPr>
      </p:pic>
      <p:pic>
        <p:nvPicPr>
          <p:cNvPr id="252" name="Google Shape;252;p23"/>
          <p:cNvPicPr preferRelativeResize="0"/>
          <p:nvPr/>
        </p:nvPicPr>
        <p:blipFill rotWithShape="1">
          <a:blip r:embed="rId4">
            <a:alphaModFix/>
          </a:blip>
          <a:srcRect t="-40484" r="5516" b="65415"/>
          <a:stretch/>
        </p:blipFill>
        <p:spPr>
          <a:xfrm rot="-5400000">
            <a:off x="7501110" y="3212706"/>
            <a:ext cx="1865925" cy="1381525"/>
          </a:xfrm>
          <a:prstGeom prst="rect">
            <a:avLst/>
          </a:prstGeom>
          <a:noFill/>
          <a:ln>
            <a:noFill/>
          </a:ln>
        </p:spPr>
      </p:pic>
      <p:pic>
        <p:nvPicPr>
          <p:cNvPr id="253" name="Google Shape;253;p23"/>
          <p:cNvPicPr preferRelativeResize="0"/>
          <p:nvPr/>
        </p:nvPicPr>
        <p:blipFill rotWithShape="1">
          <a:blip r:embed="rId4">
            <a:alphaModFix/>
          </a:blip>
          <a:srcRect l="48893" t="1038" r="12333" b="47015"/>
          <a:stretch/>
        </p:blipFill>
        <p:spPr>
          <a:xfrm rot="-5400000">
            <a:off x="7874773" y="3893445"/>
            <a:ext cx="1112000" cy="1388125"/>
          </a:xfrm>
          <a:prstGeom prst="rect">
            <a:avLst/>
          </a:prstGeom>
          <a:noFill/>
          <a:ln>
            <a:noFill/>
          </a:ln>
        </p:spPr>
      </p:pic>
      <p:pic>
        <p:nvPicPr>
          <p:cNvPr id="254" name="Google Shape;254;p23"/>
          <p:cNvPicPr preferRelativeResize="0"/>
          <p:nvPr/>
        </p:nvPicPr>
        <p:blipFill rotWithShape="1">
          <a:blip r:embed="rId5">
            <a:alphaModFix/>
          </a:blip>
          <a:srcRect l="50093" b="50443"/>
          <a:stretch/>
        </p:blipFill>
        <p:spPr>
          <a:xfrm rot="-5400000">
            <a:off x="8683088" y="4682466"/>
            <a:ext cx="478925" cy="443150"/>
          </a:xfrm>
          <a:prstGeom prst="rect">
            <a:avLst/>
          </a:prstGeom>
          <a:noFill/>
          <a:ln>
            <a:noFill/>
          </a:ln>
        </p:spPr>
      </p:pic>
      <p:pic>
        <p:nvPicPr>
          <p:cNvPr id="255" name="Google Shape;255;p23"/>
          <p:cNvPicPr preferRelativeResize="0"/>
          <p:nvPr/>
        </p:nvPicPr>
        <p:blipFill rotWithShape="1">
          <a:blip r:embed="rId3">
            <a:alphaModFix/>
          </a:blip>
          <a:srcRect l="11254" r="13011" b="50880"/>
          <a:stretch/>
        </p:blipFill>
        <p:spPr>
          <a:xfrm rot="-5400000">
            <a:off x="8655548" y="2743197"/>
            <a:ext cx="603700" cy="3348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56"/>
        <p:cNvGrpSpPr/>
        <p:nvPr/>
      </p:nvGrpSpPr>
      <p:grpSpPr>
        <a:xfrm>
          <a:off x="0" y="0"/>
          <a:ext cx="0" cy="0"/>
          <a:chOff x="0" y="0"/>
          <a:chExt cx="0" cy="0"/>
        </a:xfrm>
      </p:grpSpPr>
      <p:pic>
        <p:nvPicPr>
          <p:cNvPr id="257" name="Google Shape;257;p24"/>
          <p:cNvPicPr preferRelativeResize="0"/>
          <p:nvPr/>
        </p:nvPicPr>
        <p:blipFill rotWithShape="1">
          <a:blip r:embed="rId2">
            <a:alphaModFix/>
          </a:blip>
          <a:srcRect b="4259"/>
          <a:stretch/>
        </p:blipFill>
        <p:spPr>
          <a:xfrm>
            <a:off x="0" y="0"/>
            <a:ext cx="9144000" cy="5143500"/>
          </a:xfrm>
          <a:prstGeom prst="rect">
            <a:avLst/>
          </a:prstGeom>
          <a:noFill/>
          <a:ln>
            <a:noFill/>
          </a:ln>
        </p:spPr>
      </p:pic>
      <p:grpSp>
        <p:nvGrpSpPr>
          <p:cNvPr id="258" name="Google Shape;258;p24"/>
          <p:cNvGrpSpPr/>
          <p:nvPr/>
        </p:nvGrpSpPr>
        <p:grpSpPr>
          <a:xfrm>
            <a:off x="6" y="3736089"/>
            <a:ext cx="2534723" cy="1407415"/>
            <a:chOff x="6" y="3736089"/>
            <a:chExt cx="2534723" cy="1407415"/>
          </a:xfrm>
        </p:grpSpPr>
        <p:pic>
          <p:nvPicPr>
            <p:cNvPr id="259" name="Google Shape;259;p24"/>
            <p:cNvPicPr preferRelativeResize="0"/>
            <p:nvPr/>
          </p:nvPicPr>
          <p:blipFill rotWithShape="1">
            <a:blip r:embed="rId3">
              <a:alphaModFix/>
            </a:blip>
            <a:srcRect l="11254" r="13011" b="50880"/>
            <a:stretch/>
          </p:blipFill>
          <p:spPr>
            <a:xfrm>
              <a:off x="716955" y="4717839"/>
              <a:ext cx="732625" cy="406375"/>
            </a:xfrm>
            <a:prstGeom prst="rect">
              <a:avLst/>
            </a:prstGeom>
            <a:noFill/>
            <a:ln>
              <a:noFill/>
            </a:ln>
          </p:spPr>
        </p:pic>
        <p:pic>
          <p:nvPicPr>
            <p:cNvPr id="260" name="Google Shape;260;p24"/>
            <p:cNvPicPr preferRelativeResize="0"/>
            <p:nvPr/>
          </p:nvPicPr>
          <p:blipFill rotWithShape="1">
            <a:blip r:embed="rId4">
              <a:alphaModFix/>
            </a:blip>
            <a:srcRect t="-40484" r="5516" b="65415"/>
            <a:stretch/>
          </p:blipFill>
          <p:spPr>
            <a:xfrm>
              <a:off x="307083" y="3742688"/>
              <a:ext cx="1865925" cy="1381525"/>
            </a:xfrm>
            <a:prstGeom prst="rect">
              <a:avLst/>
            </a:prstGeom>
            <a:noFill/>
            <a:ln>
              <a:noFill/>
            </a:ln>
          </p:spPr>
        </p:pic>
        <p:pic>
          <p:nvPicPr>
            <p:cNvPr id="261" name="Google Shape;261;p24"/>
            <p:cNvPicPr preferRelativeResize="0"/>
            <p:nvPr/>
          </p:nvPicPr>
          <p:blipFill rotWithShape="1">
            <a:blip r:embed="rId4">
              <a:alphaModFix/>
            </a:blip>
            <a:srcRect l="48893" t="1038" r="12333" b="47015"/>
            <a:stretch/>
          </p:blipFill>
          <p:spPr>
            <a:xfrm>
              <a:off x="6" y="3736089"/>
              <a:ext cx="1112000" cy="1388125"/>
            </a:xfrm>
            <a:prstGeom prst="rect">
              <a:avLst/>
            </a:prstGeom>
            <a:noFill/>
            <a:ln>
              <a:noFill/>
            </a:ln>
          </p:spPr>
        </p:pic>
        <p:pic>
          <p:nvPicPr>
            <p:cNvPr id="262" name="Google Shape;262;p24"/>
            <p:cNvPicPr preferRelativeResize="0"/>
            <p:nvPr/>
          </p:nvPicPr>
          <p:blipFill rotWithShape="1">
            <a:blip r:embed="rId5">
              <a:alphaModFix/>
            </a:blip>
            <a:srcRect l="50093" b="50443"/>
            <a:stretch/>
          </p:blipFill>
          <p:spPr>
            <a:xfrm>
              <a:off x="10" y="4700354"/>
              <a:ext cx="478925" cy="443150"/>
            </a:xfrm>
            <a:prstGeom prst="rect">
              <a:avLst/>
            </a:prstGeom>
            <a:noFill/>
            <a:ln>
              <a:noFill/>
            </a:ln>
          </p:spPr>
        </p:pic>
        <p:pic>
          <p:nvPicPr>
            <p:cNvPr id="263" name="Google Shape;263;p24"/>
            <p:cNvPicPr preferRelativeResize="0"/>
            <p:nvPr/>
          </p:nvPicPr>
          <p:blipFill rotWithShape="1">
            <a:blip r:embed="rId3">
              <a:alphaModFix/>
            </a:blip>
            <a:srcRect l="11254" r="13011" b="50880"/>
            <a:stretch/>
          </p:blipFill>
          <p:spPr>
            <a:xfrm>
              <a:off x="1931029" y="4789339"/>
              <a:ext cx="603700" cy="334875"/>
            </a:xfrm>
            <a:prstGeom prst="rect">
              <a:avLst/>
            </a:prstGeom>
            <a:noFill/>
            <a:ln>
              <a:noFill/>
            </a:ln>
          </p:spPr>
        </p:pic>
      </p:grpSp>
      <p:grpSp>
        <p:nvGrpSpPr>
          <p:cNvPr id="264" name="Google Shape;264;p24"/>
          <p:cNvGrpSpPr/>
          <p:nvPr/>
        </p:nvGrpSpPr>
        <p:grpSpPr>
          <a:xfrm rot="10800000">
            <a:off x="6609281" y="-11"/>
            <a:ext cx="2534723" cy="1407415"/>
            <a:chOff x="6" y="3736089"/>
            <a:chExt cx="2534723" cy="1407415"/>
          </a:xfrm>
        </p:grpSpPr>
        <p:pic>
          <p:nvPicPr>
            <p:cNvPr id="265" name="Google Shape;265;p24"/>
            <p:cNvPicPr preferRelativeResize="0"/>
            <p:nvPr/>
          </p:nvPicPr>
          <p:blipFill rotWithShape="1">
            <a:blip r:embed="rId3">
              <a:alphaModFix/>
            </a:blip>
            <a:srcRect l="11254" r="13011" b="50880"/>
            <a:stretch/>
          </p:blipFill>
          <p:spPr>
            <a:xfrm>
              <a:off x="716955" y="4717839"/>
              <a:ext cx="732625" cy="406375"/>
            </a:xfrm>
            <a:prstGeom prst="rect">
              <a:avLst/>
            </a:prstGeom>
            <a:noFill/>
            <a:ln>
              <a:noFill/>
            </a:ln>
          </p:spPr>
        </p:pic>
        <p:pic>
          <p:nvPicPr>
            <p:cNvPr id="266" name="Google Shape;266;p24"/>
            <p:cNvPicPr preferRelativeResize="0"/>
            <p:nvPr/>
          </p:nvPicPr>
          <p:blipFill rotWithShape="1">
            <a:blip r:embed="rId4">
              <a:alphaModFix/>
            </a:blip>
            <a:srcRect t="-40484" r="5516" b="65415"/>
            <a:stretch/>
          </p:blipFill>
          <p:spPr>
            <a:xfrm>
              <a:off x="307083" y="3742688"/>
              <a:ext cx="1865925" cy="1381525"/>
            </a:xfrm>
            <a:prstGeom prst="rect">
              <a:avLst/>
            </a:prstGeom>
            <a:noFill/>
            <a:ln>
              <a:noFill/>
            </a:ln>
          </p:spPr>
        </p:pic>
        <p:pic>
          <p:nvPicPr>
            <p:cNvPr id="267" name="Google Shape;267;p24"/>
            <p:cNvPicPr preferRelativeResize="0"/>
            <p:nvPr/>
          </p:nvPicPr>
          <p:blipFill rotWithShape="1">
            <a:blip r:embed="rId4">
              <a:alphaModFix/>
            </a:blip>
            <a:srcRect l="48893" t="1038" r="12333" b="47015"/>
            <a:stretch/>
          </p:blipFill>
          <p:spPr>
            <a:xfrm>
              <a:off x="6" y="3736089"/>
              <a:ext cx="1112000" cy="1388125"/>
            </a:xfrm>
            <a:prstGeom prst="rect">
              <a:avLst/>
            </a:prstGeom>
            <a:noFill/>
            <a:ln>
              <a:noFill/>
            </a:ln>
          </p:spPr>
        </p:pic>
        <p:pic>
          <p:nvPicPr>
            <p:cNvPr id="268" name="Google Shape;268;p24"/>
            <p:cNvPicPr preferRelativeResize="0"/>
            <p:nvPr/>
          </p:nvPicPr>
          <p:blipFill rotWithShape="1">
            <a:blip r:embed="rId5">
              <a:alphaModFix/>
            </a:blip>
            <a:srcRect l="50093" b="50443"/>
            <a:stretch/>
          </p:blipFill>
          <p:spPr>
            <a:xfrm>
              <a:off x="10" y="4700354"/>
              <a:ext cx="478925" cy="443150"/>
            </a:xfrm>
            <a:prstGeom prst="rect">
              <a:avLst/>
            </a:prstGeom>
            <a:noFill/>
            <a:ln>
              <a:noFill/>
            </a:ln>
          </p:spPr>
        </p:pic>
        <p:pic>
          <p:nvPicPr>
            <p:cNvPr id="269" name="Google Shape;269;p24"/>
            <p:cNvPicPr preferRelativeResize="0"/>
            <p:nvPr/>
          </p:nvPicPr>
          <p:blipFill rotWithShape="1">
            <a:blip r:embed="rId3">
              <a:alphaModFix/>
            </a:blip>
            <a:srcRect l="11254" r="13011" b="50880"/>
            <a:stretch/>
          </p:blipFill>
          <p:spPr>
            <a:xfrm>
              <a:off x="1931029" y="4789339"/>
              <a:ext cx="603700" cy="334875"/>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000"/>
              <a:buFont typeface="Playfair Display"/>
              <a:buNone/>
              <a:defRPr sz="3000" b="0" i="0" u="none" strike="noStrike" cap="none">
                <a:solidFill>
                  <a:schemeClr val="dk1"/>
                </a:solidFill>
                <a:latin typeface="Playfair Display"/>
                <a:ea typeface="Playfair Display"/>
                <a:cs typeface="Playfair Display"/>
                <a:sym typeface="Playfair Display"/>
              </a:defRPr>
            </a:lvl1pPr>
            <a:lvl2pPr marR="0" lvl="1" algn="l" rtl="0">
              <a:lnSpc>
                <a:spcPct val="100000"/>
              </a:lnSpc>
              <a:spcBef>
                <a:spcPts val="0"/>
              </a:spcBef>
              <a:spcAft>
                <a:spcPts val="0"/>
              </a:spcAft>
              <a:buClr>
                <a:schemeClr val="dk1"/>
              </a:buClr>
              <a:buSzPts val="3000"/>
              <a:buFont typeface="Playfair Display"/>
              <a:buNone/>
              <a:defRPr sz="3000" b="0" i="0" u="none" strike="noStrike" cap="none">
                <a:solidFill>
                  <a:schemeClr val="dk1"/>
                </a:solidFill>
                <a:latin typeface="Playfair Display"/>
                <a:ea typeface="Playfair Display"/>
                <a:cs typeface="Playfair Display"/>
                <a:sym typeface="Playfair Display"/>
              </a:defRPr>
            </a:lvl2pPr>
            <a:lvl3pPr marR="0" lvl="2" algn="l" rtl="0">
              <a:lnSpc>
                <a:spcPct val="100000"/>
              </a:lnSpc>
              <a:spcBef>
                <a:spcPts val="0"/>
              </a:spcBef>
              <a:spcAft>
                <a:spcPts val="0"/>
              </a:spcAft>
              <a:buClr>
                <a:schemeClr val="dk1"/>
              </a:buClr>
              <a:buSzPts val="3000"/>
              <a:buFont typeface="Playfair Display"/>
              <a:buNone/>
              <a:defRPr sz="3000" b="0" i="0" u="none" strike="noStrike" cap="none">
                <a:solidFill>
                  <a:schemeClr val="dk1"/>
                </a:solidFill>
                <a:latin typeface="Playfair Display"/>
                <a:ea typeface="Playfair Display"/>
                <a:cs typeface="Playfair Display"/>
                <a:sym typeface="Playfair Display"/>
              </a:defRPr>
            </a:lvl3pPr>
            <a:lvl4pPr marR="0" lvl="3" algn="l" rtl="0">
              <a:lnSpc>
                <a:spcPct val="100000"/>
              </a:lnSpc>
              <a:spcBef>
                <a:spcPts val="0"/>
              </a:spcBef>
              <a:spcAft>
                <a:spcPts val="0"/>
              </a:spcAft>
              <a:buClr>
                <a:schemeClr val="dk1"/>
              </a:buClr>
              <a:buSzPts val="3000"/>
              <a:buFont typeface="Playfair Display"/>
              <a:buNone/>
              <a:defRPr sz="3000" b="0" i="0" u="none" strike="noStrike" cap="none">
                <a:solidFill>
                  <a:schemeClr val="dk1"/>
                </a:solidFill>
                <a:latin typeface="Playfair Display"/>
                <a:ea typeface="Playfair Display"/>
                <a:cs typeface="Playfair Display"/>
                <a:sym typeface="Playfair Display"/>
              </a:defRPr>
            </a:lvl4pPr>
            <a:lvl5pPr marR="0" lvl="4" algn="l" rtl="0">
              <a:lnSpc>
                <a:spcPct val="100000"/>
              </a:lnSpc>
              <a:spcBef>
                <a:spcPts val="0"/>
              </a:spcBef>
              <a:spcAft>
                <a:spcPts val="0"/>
              </a:spcAft>
              <a:buClr>
                <a:schemeClr val="dk1"/>
              </a:buClr>
              <a:buSzPts val="3000"/>
              <a:buFont typeface="Playfair Display"/>
              <a:buNone/>
              <a:defRPr sz="3000" b="0" i="0" u="none" strike="noStrike" cap="none">
                <a:solidFill>
                  <a:schemeClr val="dk1"/>
                </a:solidFill>
                <a:latin typeface="Playfair Display"/>
                <a:ea typeface="Playfair Display"/>
                <a:cs typeface="Playfair Display"/>
                <a:sym typeface="Playfair Display"/>
              </a:defRPr>
            </a:lvl5pPr>
            <a:lvl6pPr marR="0" lvl="5" algn="l" rtl="0">
              <a:lnSpc>
                <a:spcPct val="100000"/>
              </a:lnSpc>
              <a:spcBef>
                <a:spcPts val="0"/>
              </a:spcBef>
              <a:spcAft>
                <a:spcPts val="0"/>
              </a:spcAft>
              <a:buClr>
                <a:schemeClr val="dk1"/>
              </a:buClr>
              <a:buSzPts val="3000"/>
              <a:buFont typeface="Playfair Display"/>
              <a:buNone/>
              <a:defRPr sz="3000" b="0" i="0" u="none" strike="noStrike" cap="none">
                <a:solidFill>
                  <a:schemeClr val="dk1"/>
                </a:solidFill>
                <a:latin typeface="Playfair Display"/>
                <a:ea typeface="Playfair Display"/>
                <a:cs typeface="Playfair Display"/>
                <a:sym typeface="Playfair Display"/>
              </a:defRPr>
            </a:lvl6pPr>
            <a:lvl7pPr marR="0" lvl="6" algn="l" rtl="0">
              <a:lnSpc>
                <a:spcPct val="100000"/>
              </a:lnSpc>
              <a:spcBef>
                <a:spcPts val="0"/>
              </a:spcBef>
              <a:spcAft>
                <a:spcPts val="0"/>
              </a:spcAft>
              <a:buClr>
                <a:schemeClr val="dk1"/>
              </a:buClr>
              <a:buSzPts val="3000"/>
              <a:buFont typeface="Playfair Display"/>
              <a:buNone/>
              <a:defRPr sz="3000" b="0" i="0" u="none" strike="noStrike" cap="none">
                <a:solidFill>
                  <a:schemeClr val="dk1"/>
                </a:solidFill>
                <a:latin typeface="Playfair Display"/>
                <a:ea typeface="Playfair Display"/>
                <a:cs typeface="Playfair Display"/>
                <a:sym typeface="Playfair Display"/>
              </a:defRPr>
            </a:lvl7pPr>
            <a:lvl8pPr marR="0" lvl="7" algn="l" rtl="0">
              <a:lnSpc>
                <a:spcPct val="100000"/>
              </a:lnSpc>
              <a:spcBef>
                <a:spcPts val="0"/>
              </a:spcBef>
              <a:spcAft>
                <a:spcPts val="0"/>
              </a:spcAft>
              <a:buClr>
                <a:schemeClr val="dk1"/>
              </a:buClr>
              <a:buSzPts val="3000"/>
              <a:buFont typeface="Playfair Display"/>
              <a:buNone/>
              <a:defRPr sz="3000" b="0" i="0" u="none" strike="noStrike" cap="none">
                <a:solidFill>
                  <a:schemeClr val="dk1"/>
                </a:solidFill>
                <a:latin typeface="Playfair Display"/>
                <a:ea typeface="Playfair Display"/>
                <a:cs typeface="Playfair Display"/>
                <a:sym typeface="Playfair Display"/>
              </a:defRPr>
            </a:lvl8pPr>
            <a:lvl9pPr marR="0" lvl="8" algn="l" rtl="0">
              <a:lnSpc>
                <a:spcPct val="100000"/>
              </a:lnSpc>
              <a:spcBef>
                <a:spcPts val="0"/>
              </a:spcBef>
              <a:spcAft>
                <a:spcPts val="0"/>
              </a:spcAft>
              <a:buClr>
                <a:schemeClr val="dk1"/>
              </a:buClr>
              <a:buSzPts val="3000"/>
              <a:buFont typeface="Playfair Display"/>
              <a:buNone/>
              <a:defRPr sz="3000" b="0" i="0" u="none" strike="noStrike" cap="none">
                <a:solidFill>
                  <a:schemeClr val="dk1"/>
                </a:solidFill>
                <a:latin typeface="Playfair Display"/>
                <a:ea typeface="Playfair Display"/>
                <a:cs typeface="Playfair Display"/>
                <a:sym typeface="Playfair Displ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dk1"/>
              </a:buClr>
              <a:buSzPts val="1200"/>
              <a:buFont typeface="Atkinson Hyperlegible"/>
              <a:buChar char="●"/>
              <a:defRPr sz="1200" b="0" i="0" u="none" strike="noStrike" cap="none">
                <a:solidFill>
                  <a:schemeClr val="dk1"/>
                </a:solidFill>
                <a:latin typeface="Atkinson Hyperlegible"/>
                <a:ea typeface="Atkinson Hyperlegible"/>
                <a:cs typeface="Atkinson Hyperlegible"/>
                <a:sym typeface="Atkinson Hyperlegible"/>
              </a:defRPr>
            </a:lvl1pPr>
            <a:lvl2pPr marL="914400" marR="0" lvl="1" indent="-304800" algn="l" rtl="0">
              <a:lnSpc>
                <a:spcPct val="100000"/>
              </a:lnSpc>
              <a:spcBef>
                <a:spcPts val="1600"/>
              </a:spcBef>
              <a:spcAft>
                <a:spcPts val="0"/>
              </a:spcAft>
              <a:buClr>
                <a:schemeClr val="dk1"/>
              </a:buClr>
              <a:buSzPts val="1200"/>
              <a:buFont typeface="Atkinson Hyperlegible"/>
              <a:buChar char="○"/>
              <a:defRPr sz="1200" b="0" i="0" u="none" strike="noStrike" cap="none">
                <a:solidFill>
                  <a:schemeClr val="dk1"/>
                </a:solidFill>
                <a:latin typeface="Atkinson Hyperlegible"/>
                <a:ea typeface="Atkinson Hyperlegible"/>
                <a:cs typeface="Atkinson Hyperlegible"/>
                <a:sym typeface="Atkinson Hyperlegible"/>
              </a:defRPr>
            </a:lvl2pPr>
            <a:lvl3pPr marL="1371600" marR="0" lvl="2" indent="-304800" algn="l" rtl="0">
              <a:lnSpc>
                <a:spcPct val="100000"/>
              </a:lnSpc>
              <a:spcBef>
                <a:spcPts val="1600"/>
              </a:spcBef>
              <a:spcAft>
                <a:spcPts val="0"/>
              </a:spcAft>
              <a:buClr>
                <a:schemeClr val="dk1"/>
              </a:buClr>
              <a:buSzPts val="1200"/>
              <a:buFont typeface="Atkinson Hyperlegible"/>
              <a:buChar char="■"/>
              <a:defRPr sz="1200" b="0" i="0" u="none" strike="noStrike" cap="none">
                <a:solidFill>
                  <a:schemeClr val="dk1"/>
                </a:solidFill>
                <a:latin typeface="Atkinson Hyperlegible"/>
                <a:ea typeface="Atkinson Hyperlegible"/>
                <a:cs typeface="Atkinson Hyperlegible"/>
                <a:sym typeface="Atkinson Hyperlegible"/>
              </a:defRPr>
            </a:lvl3pPr>
            <a:lvl4pPr marL="1828800" marR="0" lvl="3" indent="-304800" algn="l" rtl="0">
              <a:lnSpc>
                <a:spcPct val="100000"/>
              </a:lnSpc>
              <a:spcBef>
                <a:spcPts val="1600"/>
              </a:spcBef>
              <a:spcAft>
                <a:spcPts val="0"/>
              </a:spcAft>
              <a:buClr>
                <a:schemeClr val="dk1"/>
              </a:buClr>
              <a:buSzPts val="1200"/>
              <a:buFont typeface="Atkinson Hyperlegible"/>
              <a:buChar char="●"/>
              <a:defRPr sz="1200" b="0" i="0" u="none" strike="noStrike" cap="none">
                <a:solidFill>
                  <a:schemeClr val="dk1"/>
                </a:solidFill>
                <a:latin typeface="Atkinson Hyperlegible"/>
                <a:ea typeface="Atkinson Hyperlegible"/>
                <a:cs typeface="Atkinson Hyperlegible"/>
                <a:sym typeface="Atkinson Hyperlegible"/>
              </a:defRPr>
            </a:lvl4pPr>
            <a:lvl5pPr marL="2286000" marR="0" lvl="4" indent="-304800" algn="l" rtl="0">
              <a:lnSpc>
                <a:spcPct val="100000"/>
              </a:lnSpc>
              <a:spcBef>
                <a:spcPts val="1600"/>
              </a:spcBef>
              <a:spcAft>
                <a:spcPts val="0"/>
              </a:spcAft>
              <a:buClr>
                <a:schemeClr val="dk1"/>
              </a:buClr>
              <a:buSzPts val="1200"/>
              <a:buFont typeface="Atkinson Hyperlegible"/>
              <a:buChar char="○"/>
              <a:defRPr sz="1200" b="0" i="0" u="none" strike="noStrike" cap="none">
                <a:solidFill>
                  <a:schemeClr val="dk1"/>
                </a:solidFill>
                <a:latin typeface="Atkinson Hyperlegible"/>
                <a:ea typeface="Atkinson Hyperlegible"/>
                <a:cs typeface="Atkinson Hyperlegible"/>
                <a:sym typeface="Atkinson Hyperlegible"/>
              </a:defRPr>
            </a:lvl5pPr>
            <a:lvl6pPr marL="2743200" marR="0" lvl="5" indent="-304800" algn="l" rtl="0">
              <a:lnSpc>
                <a:spcPct val="100000"/>
              </a:lnSpc>
              <a:spcBef>
                <a:spcPts val="1600"/>
              </a:spcBef>
              <a:spcAft>
                <a:spcPts val="0"/>
              </a:spcAft>
              <a:buClr>
                <a:schemeClr val="dk1"/>
              </a:buClr>
              <a:buSzPts val="1200"/>
              <a:buFont typeface="Atkinson Hyperlegible"/>
              <a:buChar char="■"/>
              <a:defRPr sz="1200" b="0" i="0" u="none" strike="noStrike" cap="none">
                <a:solidFill>
                  <a:schemeClr val="dk1"/>
                </a:solidFill>
                <a:latin typeface="Atkinson Hyperlegible"/>
                <a:ea typeface="Atkinson Hyperlegible"/>
                <a:cs typeface="Atkinson Hyperlegible"/>
                <a:sym typeface="Atkinson Hyperlegible"/>
              </a:defRPr>
            </a:lvl6pPr>
            <a:lvl7pPr marL="3200400" marR="0" lvl="6" indent="-304800" algn="l" rtl="0">
              <a:lnSpc>
                <a:spcPct val="100000"/>
              </a:lnSpc>
              <a:spcBef>
                <a:spcPts val="1600"/>
              </a:spcBef>
              <a:spcAft>
                <a:spcPts val="0"/>
              </a:spcAft>
              <a:buClr>
                <a:schemeClr val="dk1"/>
              </a:buClr>
              <a:buSzPts val="1200"/>
              <a:buFont typeface="Atkinson Hyperlegible"/>
              <a:buChar char="●"/>
              <a:defRPr sz="1200" b="0" i="0" u="none" strike="noStrike" cap="none">
                <a:solidFill>
                  <a:schemeClr val="dk1"/>
                </a:solidFill>
                <a:latin typeface="Atkinson Hyperlegible"/>
                <a:ea typeface="Atkinson Hyperlegible"/>
                <a:cs typeface="Atkinson Hyperlegible"/>
                <a:sym typeface="Atkinson Hyperlegible"/>
              </a:defRPr>
            </a:lvl7pPr>
            <a:lvl8pPr marL="3657600" marR="0" lvl="7" indent="-304800" algn="l" rtl="0">
              <a:lnSpc>
                <a:spcPct val="100000"/>
              </a:lnSpc>
              <a:spcBef>
                <a:spcPts val="1600"/>
              </a:spcBef>
              <a:spcAft>
                <a:spcPts val="0"/>
              </a:spcAft>
              <a:buClr>
                <a:schemeClr val="dk1"/>
              </a:buClr>
              <a:buSzPts val="1200"/>
              <a:buFont typeface="Atkinson Hyperlegible"/>
              <a:buChar char="○"/>
              <a:defRPr sz="1200" b="0" i="0" u="none" strike="noStrike" cap="none">
                <a:solidFill>
                  <a:schemeClr val="dk1"/>
                </a:solidFill>
                <a:latin typeface="Atkinson Hyperlegible"/>
                <a:ea typeface="Atkinson Hyperlegible"/>
                <a:cs typeface="Atkinson Hyperlegible"/>
                <a:sym typeface="Atkinson Hyperlegible"/>
              </a:defRPr>
            </a:lvl8pPr>
            <a:lvl9pPr marL="4114800" marR="0" lvl="8" indent="-304800" algn="l" rtl="0">
              <a:lnSpc>
                <a:spcPct val="100000"/>
              </a:lnSpc>
              <a:spcBef>
                <a:spcPts val="1600"/>
              </a:spcBef>
              <a:spcAft>
                <a:spcPts val="1600"/>
              </a:spcAft>
              <a:buClr>
                <a:schemeClr val="dk1"/>
              </a:buClr>
              <a:buSzPts val="1200"/>
              <a:buFont typeface="Atkinson Hyperlegible"/>
              <a:buChar char="■"/>
              <a:defRPr sz="1200" b="0" i="0" u="none" strike="noStrike" cap="none">
                <a:solidFill>
                  <a:schemeClr val="dk1"/>
                </a:solidFill>
                <a:latin typeface="Atkinson Hyperlegible"/>
                <a:ea typeface="Atkinson Hyperlegible"/>
                <a:cs typeface="Atkinson Hyperlegible"/>
                <a:sym typeface="Atkinson Hyperlegibl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5"/>
          <p:cNvSpPr txBox="1">
            <a:spLocks noGrp="1"/>
          </p:cNvSpPr>
          <p:nvPr>
            <p:ph type="ctrTitle"/>
          </p:nvPr>
        </p:nvSpPr>
        <p:spPr>
          <a:xfrm>
            <a:off x="3371475" y="140025"/>
            <a:ext cx="2382000" cy="821100"/>
          </a:xfrm>
          <a:prstGeom prst="rect">
            <a:avLst/>
          </a:prstGeom>
          <a:noFill/>
          <a:ln>
            <a:noFill/>
          </a:ln>
        </p:spPr>
        <p:txBody>
          <a:bodyPr spcFirstLastPara="1" wrap="square" lIns="91425" tIns="91425" rIns="91425" bIns="91425" anchor="b" anchorCtr="0">
            <a:noAutofit/>
          </a:bodyPr>
          <a:lstStyle/>
          <a:p>
            <a:pPr marL="0" lvl="0" indent="0" algn="l" rtl="0">
              <a:lnSpc>
                <a:spcPct val="80000"/>
              </a:lnSpc>
              <a:spcBef>
                <a:spcPts val="0"/>
              </a:spcBef>
              <a:spcAft>
                <a:spcPts val="0"/>
              </a:spcAft>
              <a:buSzPts val="5200"/>
              <a:buNone/>
            </a:pPr>
            <a:r>
              <a:rPr lang="en" sz="3500"/>
              <a:t>PYEXPO25</a:t>
            </a:r>
            <a:endParaRPr sz="3500">
              <a:latin typeface="Yeseva One"/>
              <a:ea typeface="Yeseva One"/>
              <a:cs typeface="Yeseva One"/>
              <a:sym typeface="Yeseva One"/>
            </a:endParaRPr>
          </a:p>
        </p:txBody>
      </p:sp>
      <p:grpSp>
        <p:nvGrpSpPr>
          <p:cNvPr id="275" name="Google Shape;275;p25"/>
          <p:cNvGrpSpPr/>
          <p:nvPr/>
        </p:nvGrpSpPr>
        <p:grpSpPr>
          <a:xfrm>
            <a:off x="-799" y="-46369"/>
            <a:ext cx="3364110" cy="5187250"/>
            <a:chOff x="-22735" y="0"/>
            <a:chExt cx="3364110" cy="5187250"/>
          </a:xfrm>
        </p:grpSpPr>
        <p:pic>
          <p:nvPicPr>
            <p:cNvPr id="276" name="Google Shape;276;p25"/>
            <p:cNvPicPr preferRelativeResize="0"/>
            <p:nvPr/>
          </p:nvPicPr>
          <p:blipFill rotWithShape="1">
            <a:blip r:embed="rId3">
              <a:alphaModFix/>
            </a:blip>
            <a:srcRect l="5517" t="-5104" b="30034"/>
            <a:stretch/>
          </p:blipFill>
          <p:spPr>
            <a:xfrm rot="5400000">
              <a:off x="-539655" y="1113340"/>
              <a:ext cx="3981888" cy="2948008"/>
            </a:xfrm>
            <a:prstGeom prst="rect">
              <a:avLst/>
            </a:prstGeom>
            <a:noFill/>
            <a:ln>
              <a:noFill/>
            </a:ln>
          </p:spPr>
        </p:pic>
        <p:pic>
          <p:nvPicPr>
            <p:cNvPr id="277" name="Google Shape;277;p25"/>
            <p:cNvPicPr preferRelativeResize="0"/>
            <p:nvPr/>
          </p:nvPicPr>
          <p:blipFill rotWithShape="1">
            <a:blip r:embed="rId4">
              <a:alphaModFix/>
            </a:blip>
            <a:srcRect l="11254" r="13011" b="50880"/>
            <a:stretch/>
          </p:blipFill>
          <p:spPr>
            <a:xfrm rot="5400000">
              <a:off x="-600537" y="1202811"/>
              <a:ext cx="2723513" cy="1510690"/>
            </a:xfrm>
            <a:prstGeom prst="rect">
              <a:avLst/>
            </a:prstGeom>
            <a:noFill/>
            <a:ln>
              <a:noFill/>
            </a:ln>
          </p:spPr>
        </p:pic>
        <p:pic>
          <p:nvPicPr>
            <p:cNvPr id="278" name="Google Shape;278;p25"/>
            <p:cNvPicPr preferRelativeResize="0"/>
            <p:nvPr/>
          </p:nvPicPr>
          <p:blipFill rotWithShape="1">
            <a:blip r:embed="rId3">
              <a:alphaModFix/>
            </a:blip>
            <a:srcRect t="4102" b="50813"/>
            <a:stretch/>
          </p:blipFill>
          <p:spPr>
            <a:xfrm rot="5400000">
              <a:off x="-1036776" y="2590637"/>
              <a:ext cx="3595978" cy="1510690"/>
            </a:xfrm>
            <a:prstGeom prst="rect">
              <a:avLst/>
            </a:prstGeom>
            <a:noFill/>
            <a:ln>
              <a:noFill/>
            </a:ln>
          </p:spPr>
        </p:pic>
        <p:pic>
          <p:nvPicPr>
            <p:cNvPr id="279" name="Google Shape;279;p25"/>
            <p:cNvPicPr preferRelativeResize="0"/>
            <p:nvPr/>
          </p:nvPicPr>
          <p:blipFill rotWithShape="1">
            <a:blip r:embed="rId3">
              <a:alphaModFix/>
            </a:blip>
            <a:srcRect l="5516" t="-5104" r="37550" b="30034"/>
            <a:stretch/>
          </p:blipFill>
          <p:spPr>
            <a:xfrm rot="5400000">
              <a:off x="251575" y="2465300"/>
              <a:ext cx="2399450" cy="2948000"/>
            </a:xfrm>
            <a:prstGeom prst="rect">
              <a:avLst/>
            </a:prstGeom>
            <a:noFill/>
            <a:ln>
              <a:noFill/>
            </a:ln>
          </p:spPr>
        </p:pic>
        <p:grpSp>
          <p:nvGrpSpPr>
            <p:cNvPr id="280" name="Google Shape;280;p25"/>
            <p:cNvGrpSpPr/>
            <p:nvPr/>
          </p:nvGrpSpPr>
          <p:grpSpPr>
            <a:xfrm rot="-5400000">
              <a:off x="-599782" y="2439476"/>
              <a:ext cx="3281550" cy="2127456"/>
              <a:chOff x="-8" y="0"/>
              <a:chExt cx="3281550" cy="2127456"/>
            </a:xfrm>
          </p:grpSpPr>
          <p:pic>
            <p:nvPicPr>
              <p:cNvPr id="281" name="Google Shape;281;p25"/>
              <p:cNvPicPr preferRelativeResize="0"/>
              <p:nvPr/>
            </p:nvPicPr>
            <p:blipFill rotWithShape="1">
              <a:blip r:embed="rId3">
                <a:alphaModFix/>
              </a:blip>
              <a:srcRect l="5517" t="-5104" b="30034"/>
              <a:stretch/>
            </p:blipFill>
            <p:spPr>
              <a:xfrm rot="10800000">
                <a:off x="408192" y="0"/>
                <a:ext cx="2873350" cy="2127450"/>
              </a:xfrm>
              <a:prstGeom prst="rect">
                <a:avLst/>
              </a:prstGeom>
              <a:noFill/>
              <a:ln>
                <a:noFill/>
              </a:ln>
            </p:spPr>
          </p:pic>
          <p:pic>
            <p:nvPicPr>
              <p:cNvPr id="282" name="Google Shape;282;p25"/>
              <p:cNvPicPr preferRelativeResize="0"/>
              <p:nvPr/>
            </p:nvPicPr>
            <p:blipFill rotWithShape="1">
              <a:blip r:embed="rId4">
                <a:alphaModFix/>
              </a:blip>
              <a:srcRect l="11254" r="13011" b="50880"/>
              <a:stretch/>
            </p:blipFill>
            <p:spPr>
              <a:xfrm rot="10800000">
                <a:off x="1316242" y="20631"/>
                <a:ext cx="1965300" cy="1090200"/>
              </a:xfrm>
              <a:prstGeom prst="rect">
                <a:avLst/>
              </a:prstGeom>
              <a:noFill/>
              <a:ln>
                <a:noFill/>
              </a:ln>
            </p:spPr>
          </p:pic>
          <p:pic>
            <p:nvPicPr>
              <p:cNvPr id="283" name="Google Shape;283;p25"/>
              <p:cNvPicPr preferRelativeResize="0"/>
              <p:nvPr/>
            </p:nvPicPr>
            <p:blipFill rotWithShape="1">
              <a:blip r:embed="rId3">
                <a:alphaModFix/>
              </a:blip>
              <a:srcRect t="4102" b="50813"/>
              <a:stretch/>
            </p:blipFill>
            <p:spPr>
              <a:xfrm rot="10800000">
                <a:off x="-8" y="20626"/>
                <a:ext cx="2594875" cy="1090200"/>
              </a:xfrm>
              <a:prstGeom prst="rect">
                <a:avLst/>
              </a:prstGeom>
              <a:noFill/>
              <a:ln>
                <a:noFill/>
              </a:ln>
            </p:spPr>
          </p:pic>
          <p:pic>
            <p:nvPicPr>
              <p:cNvPr id="284" name="Google Shape;284;p25"/>
              <p:cNvPicPr preferRelativeResize="0"/>
              <p:nvPr/>
            </p:nvPicPr>
            <p:blipFill rotWithShape="1">
              <a:blip r:embed="rId3">
                <a:alphaModFix/>
              </a:blip>
              <a:srcRect l="5518" t="-5104" r="50851" b="30034"/>
              <a:stretch/>
            </p:blipFill>
            <p:spPr>
              <a:xfrm rot="10800000">
                <a:off x="408192" y="6"/>
                <a:ext cx="1326825" cy="2127450"/>
              </a:xfrm>
              <a:prstGeom prst="rect">
                <a:avLst/>
              </a:prstGeom>
              <a:noFill/>
              <a:ln>
                <a:noFill/>
              </a:ln>
            </p:spPr>
          </p:pic>
          <p:pic>
            <p:nvPicPr>
              <p:cNvPr id="285" name="Google Shape;285;p25"/>
              <p:cNvPicPr preferRelativeResize="0"/>
              <p:nvPr/>
            </p:nvPicPr>
            <p:blipFill rotWithShape="1">
              <a:blip r:embed="rId5">
                <a:alphaModFix/>
              </a:blip>
              <a:srcRect b="50443"/>
              <a:stretch/>
            </p:blipFill>
            <p:spPr>
              <a:xfrm rot="10800000">
                <a:off x="5" y="6"/>
                <a:ext cx="1651475" cy="762675"/>
              </a:xfrm>
              <a:prstGeom prst="rect">
                <a:avLst/>
              </a:prstGeom>
              <a:noFill/>
              <a:ln>
                <a:noFill/>
              </a:ln>
            </p:spPr>
          </p:pic>
          <p:pic>
            <p:nvPicPr>
              <p:cNvPr id="286" name="Google Shape;286;p25"/>
              <p:cNvPicPr preferRelativeResize="0"/>
              <p:nvPr/>
            </p:nvPicPr>
            <p:blipFill rotWithShape="1">
              <a:blip r:embed="rId5">
                <a:alphaModFix/>
              </a:blip>
              <a:srcRect b="50443"/>
              <a:stretch/>
            </p:blipFill>
            <p:spPr>
              <a:xfrm rot="10800000">
                <a:off x="5" y="682393"/>
                <a:ext cx="1651475" cy="762675"/>
              </a:xfrm>
              <a:prstGeom prst="rect">
                <a:avLst/>
              </a:prstGeom>
              <a:noFill/>
              <a:ln>
                <a:noFill/>
              </a:ln>
            </p:spPr>
          </p:pic>
        </p:grpSp>
        <p:pic>
          <p:nvPicPr>
            <p:cNvPr id="287" name="Google Shape;287;p25"/>
            <p:cNvPicPr preferRelativeResize="0"/>
            <p:nvPr/>
          </p:nvPicPr>
          <p:blipFill rotWithShape="1">
            <a:blip r:embed="rId3">
              <a:alphaModFix/>
            </a:blip>
            <a:srcRect l="35435" t="1038" r="-10067" b="47015"/>
            <a:stretch/>
          </p:blipFill>
          <p:spPr>
            <a:xfrm rot="5400000">
              <a:off x="-934288" y="911587"/>
              <a:ext cx="5187250" cy="3364075"/>
            </a:xfrm>
            <a:prstGeom prst="rect">
              <a:avLst/>
            </a:prstGeom>
            <a:noFill/>
            <a:ln>
              <a:noFill/>
            </a:ln>
          </p:spPr>
        </p:pic>
        <p:pic>
          <p:nvPicPr>
            <p:cNvPr id="288" name="Google Shape;288;p25"/>
            <p:cNvPicPr preferRelativeResize="0"/>
            <p:nvPr/>
          </p:nvPicPr>
          <p:blipFill rotWithShape="1">
            <a:blip r:embed="rId5">
              <a:alphaModFix/>
            </a:blip>
            <a:srcRect b="50443"/>
            <a:stretch/>
          </p:blipFill>
          <p:spPr>
            <a:xfrm rot="5400000">
              <a:off x="-280950" y="996475"/>
              <a:ext cx="959650" cy="443150"/>
            </a:xfrm>
            <a:prstGeom prst="rect">
              <a:avLst/>
            </a:prstGeom>
            <a:noFill/>
            <a:ln>
              <a:noFill/>
            </a:ln>
          </p:spPr>
        </p:pic>
        <p:pic>
          <p:nvPicPr>
            <p:cNvPr id="289" name="Google Shape;289;p25"/>
            <p:cNvPicPr preferRelativeResize="0"/>
            <p:nvPr/>
          </p:nvPicPr>
          <p:blipFill rotWithShape="1">
            <a:blip r:embed="rId5">
              <a:alphaModFix/>
            </a:blip>
            <a:srcRect b="50443"/>
            <a:stretch/>
          </p:blipFill>
          <p:spPr>
            <a:xfrm rot="5400000">
              <a:off x="-638593" y="2163864"/>
              <a:ext cx="2288614" cy="1056839"/>
            </a:xfrm>
            <a:prstGeom prst="rect">
              <a:avLst/>
            </a:prstGeom>
            <a:noFill/>
            <a:ln>
              <a:noFill/>
            </a:ln>
          </p:spPr>
        </p:pic>
        <p:pic>
          <p:nvPicPr>
            <p:cNvPr id="290" name="Google Shape;290;p25"/>
            <p:cNvPicPr preferRelativeResize="0"/>
            <p:nvPr/>
          </p:nvPicPr>
          <p:blipFill rotWithShape="1">
            <a:blip r:embed="rId4">
              <a:alphaModFix/>
            </a:blip>
            <a:srcRect l="11254" r="13011" b="50880"/>
            <a:stretch/>
          </p:blipFill>
          <p:spPr>
            <a:xfrm rot="5400000">
              <a:off x="-381573" y="3081635"/>
              <a:ext cx="1611750" cy="894075"/>
            </a:xfrm>
            <a:prstGeom prst="rect">
              <a:avLst/>
            </a:prstGeom>
            <a:noFill/>
            <a:ln>
              <a:noFill/>
            </a:ln>
          </p:spPr>
        </p:pic>
      </p:grpSp>
      <p:sp>
        <p:nvSpPr>
          <p:cNvPr id="291" name="Google Shape;291;p25"/>
          <p:cNvSpPr txBox="1"/>
          <p:nvPr/>
        </p:nvSpPr>
        <p:spPr>
          <a:xfrm>
            <a:off x="2974500" y="767650"/>
            <a:ext cx="3195000" cy="338400"/>
          </a:xfrm>
          <a:prstGeom prst="rect">
            <a:avLst/>
          </a:prstGeom>
          <a:noFill/>
          <a:ln>
            <a:noFill/>
          </a:ln>
        </p:spPr>
        <p:txBody>
          <a:bodyPr spcFirstLastPara="1" wrap="square" lIns="91425" tIns="91425" rIns="91425" bIns="91425" anchor="t" anchorCtr="0">
            <a:spAutoFit/>
          </a:bodyPr>
          <a:lstStyle/>
          <a:p>
            <a:pPr marL="0" marR="0" lvl="0" indent="0" algn="l" rtl="0">
              <a:lnSpc>
                <a:spcPct val="120007"/>
              </a:lnSpc>
              <a:spcBef>
                <a:spcPts val="0"/>
              </a:spcBef>
              <a:spcAft>
                <a:spcPts val="0"/>
              </a:spcAft>
              <a:buClr>
                <a:srgbClr val="000000"/>
              </a:buClr>
              <a:buSzPts val="999"/>
              <a:buFont typeface="Arial"/>
              <a:buNone/>
            </a:pPr>
            <a:r>
              <a:rPr lang="en" sz="999" b="0" i="0" u="none" strike="noStrike" cap="none">
                <a:solidFill>
                  <a:schemeClr val="dk1"/>
                </a:solidFill>
                <a:latin typeface="Poppins Light"/>
                <a:ea typeface="Poppins Light"/>
                <a:cs typeface="Poppins Light"/>
                <a:sym typeface="Poppins Light"/>
              </a:rPr>
              <a:t>Genius innovation leaves behind a legacy...</a:t>
            </a:r>
            <a:endParaRPr sz="100" b="0" i="0" u="none" strike="noStrike" cap="none">
              <a:solidFill>
                <a:schemeClr val="dk1"/>
              </a:solidFill>
              <a:latin typeface="Arial"/>
              <a:ea typeface="Arial"/>
              <a:cs typeface="Arial"/>
              <a:sym typeface="Arial"/>
            </a:endParaRPr>
          </a:p>
        </p:txBody>
      </p:sp>
      <p:pic>
        <p:nvPicPr>
          <p:cNvPr id="292" name="Google Shape;292;p25"/>
          <p:cNvPicPr preferRelativeResize="0"/>
          <p:nvPr/>
        </p:nvPicPr>
        <p:blipFill rotWithShape="1">
          <a:blip r:embed="rId6">
            <a:alphaModFix/>
          </a:blip>
          <a:srcRect/>
          <a:stretch/>
        </p:blipFill>
        <p:spPr>
          <a:xfrm>
            <a:off x="616338" y="334763"/>
            <a:ext cx="1476375" cy="715375"/>
          </a:xfrm>
          <a:prstGeom prst="rect">
            <a:avLst/>
          </a:prstGeom>
          <a:noFill/>
          <a:ln>
            <a:noFill/>
          </a:ln>
        </p:spPr>
      </p:pic>
      <p:sp>
        <p:nvSpPr>
          <p:cNvPr id="293" name="Google Shape;293;p25"/>
          <p:cNvSpPr txBox="1"/>
          <p:nvPr/>
        </p:nvSpPr>
        <p:spPr>
          <a:xfrm>
            <a:off x="1859650" y="1659800"/>
            <a:ext cx="6241800" cy="2539126"/>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rgbClr val="000000"/>
              </a:buClr>
              <a:buSzPts val="1700"/>
              <a:buFont typeface="Arial"/>
              <a:buNone/>
            </a:pPr>
            <a:r>
              <a:rPr lang="en" sz="1700" b="0" i="0" u="none" strike="noStrike" cap="none" dirty="0">
                <a:solidFill>
                  <a:schemeClr val="dk1"/>
                </a:solidFill>
                <a:latin typeface="Arial"/>
                <a:ea typeface="Arial"/>
                <a:cs typeface="Arial"/>
                <a:sym typeface="Arial"/>
              </a:rPr>
              <a:t>Team ID</a:t>
            </a:r>
            <a:r>
              <a:rPr lang="en" sz="1700" dirty="0">
                <a:solidFill>
                  <a:schemeClr val="dk1"/>
                </a:solidFill>
              </a:rPr>
              <a:t>:T019</a:t>
            </a:r>
            <a:endParaRPr sz="2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700"/>
              <a:buFont typeface="Arial"/>
              <a:buNone/>
            </a:pPr>
            <a:r>
              <a:rPr lang="en" sz="1700" b="0" i="0" u="none" strike="noStrike" cap="none" dirty="0">
                <a:solidFill>
                  <a:schemeClr val="dk1"/>
                </a:solidFill>
                <a:latin typeface="Arial"/>
                <a:ea typeface="Arial"/>
                <a:cs typeface="Arial"/>
                <a:sym typeface="Arial"/>
              </a:rPr>
              <a:t>Team Name</a:t>
            </a:r>
            <a:r>
              <a:rPr lang="en" sz="1700" dirty="0">
                <a:solidFill>
                  <a:schemeClr val="dk1"/>
                </a:solidFill>
              </a:rPr>
              <a:t>:Techie Zeals</a:t>
            </a:r>
            <a:endParaRPr sz="2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700"/>
              <a:buFont typeface="Arial"/>
              <a:buNone/>
            </a:pPr>
            <a:r>
              <a:rPr lang="en" sz="1700" b="0" i="0" u="none" strike="noStrike" cap="none" dirty="0">
                <a:solidFill>
                  <a:schemeClr val="dk1"/>
                </a:solidFill>
                <a:latin typeface="Arial"/>
                <a:ea typeface="Arial"/>
                <a:cs typeface="Arial"/>
                <a:sym typeface="Arial"/>
              </a:rPr>
              <a:t>PS Number: PY</a:t>
            </a:r>
            <a:r>
              <a:rPr lang="en" sz="1700" dirty="0">
                <a:solidFill>
                  <a:schemeClr val="dk1"/>
                </a:solidFill>
              </a:rPr>
              <a:t>S120</a:t>
            </a:r>
            <a:endParaRPr sz="2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700"/>
              <a:buFont typeface="Arial"/>
              <a:buNone/>
            </a:pPr>
            <a:r>
              <a:rPr lang="en" sz="1700" b="0" i="0" u="none" strike="noStrike" cap="none" dirty="0">
                <a:solidFill>
                  <a:schemeClr val="dk1"/>
                </a:solidFill>
                <a:latin typeface="Arial"/>
                <a:ea typeface="Arial"/>
                <a:cs typeface="Arial"/>
                <a:sym typeface="Arial"/>
              </a:rPr>
              <a:t>PS Title:Aqua Sentinel Device </a:t>
            </a:r>
            <a:endParaRPr sz="2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700"/>
              <a:buFont typeface="Arial"/>
              <a:buNone/>
            </a:pPr>
            <a:r>
              <a:rPr lang="en" sz="1700" b="0" i="0" u="none" strike="noStrike" cap="none" dirty="0">
                <a:solidFill>
                  <a:schemeClr val="dk1"/>
                </a:solidFill>
                <a:latin typeface="Arial"/>
                <a:ea typeface="Arial"/>
                <a:cs typeface="Arial"/>
                <a:sym typeface="Arial"/>
              </a:rPr>
              <a:t>Domain:Open Domain</a:t>
            </a:r>
            <a:endParaRPr sz="2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700"/>
              <a:buFont typeface="Arial"/>
              <a:buNone/>
            </a:pPr>
            <a:r>
              <a:rPr lang="en" sz="1700" b="0" i="0" u="none" strike="noStrike" cap="none" dirty="0">
                <a:solidFill>
                  <a:schemeClr val="dk1"/>
                </a:solidFill>
                <a:latin typeface="Arial"/>
                <a:ea typeface="Arial"/>
                <a:cs typeface="Arial"/>
                <a:sym typeface="Arial"/>
              </a:rPr>
              <a:t>Category:H</a:t>
            </a:r>
            <a:r>
              <a:rPr lang="en" sz="1700" dirty="0">
                <a:solidFill>
                  <a:schemeClr val="dk1"/>
                </a:solidFill>
              </a:rPr>
              <a:t>ardware</a:t>
            </a:r>
            <a:endParaRPr sz="200" b="0" i="0" u="none" strike="noStrike" cap="none" dirty="0">
              <a:solidFill>
                <a:schemeClr val="dk1"/>
              </a:solidFill>
              <a:latin typeface="Arial"/>
              <a:ea typeface="Arial"/>
              <a:cs typeface="Arial"/>
              <a:sym typeface="Arial"/>
            </a:endParaRPr>
          </a:p>
        </p:txBody>
      </p:sp>
      <p:sp>
        <p:nvSpPr>
          <p:cNvPr id="294" name="Google Shape;294;p25"/>
          <p:cNvSpPr txBox="1"/>
          <p:nvPr/>
        </p:nvSpPr>
        <p:spPr>
          <a:xfrm>
            <a:off x="871000" y="4667400"/>
            <a:ext cx="2274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IPS TECH COMMUNITY</a:t>
            </a:r>
            <a:endParaRPr sz="1400" b="1" i="0" u="none" strike="noStrike" cap="none">
              <a:solidFill>
                <a:srgbClr val="000000"/>
              </a:solidFill>
              <a:latin typeface="Calibri"/>
              <a:ea typeface="Calibri"/>
              <a:cs typeface="Calibri"/>
              <a:sym typeface="Calibri"/>
            </a:endParaRPr>
          </a:p>
        </p:txBody>
      </p:sp>
      <p:sp>
        <p:nvSpPr>
          <p:cNvPr id="295" name="Google Shape;295;p25"/>
          <p:cNvSpPr txBox="1"/>
          <p:nvPr/>
        </p:nvSpPr>
        <p:spPr>
          <a:xfrm>
            <a:off x="871000" y="4561338"/>
            <a:ext cx="1462800" cy="430800"/>
          </a:xfrm>
          <a:prstGeom prst="rect">
            <a:avLst/>
          </a:prstGeom>
          <a:noFill/>
          <a:ln>
            <a:noFill/>
          </a:ln>
        </p:spPr>
        <p:txBody>
          <a:bodyPr spcFirstLastPara="1" wrap="square" lIns="91425" tIns="91425" rIns="91425" bIns="91425" anchor="t" anchorCtr="0">
            <a:noAutofit/>
          </a:bodyPr>
          <a:lstStyle/>
          <a:p>
            <a:pPr marL="0" marR="0" lvl="0" indent="0" algn="l" rtl="0">
              <a:lnSpc>
                <a:spcPct val="130000"/>
              </a:lnSpc>
              <a:spcBef>
                <a:spcPts val="0"/>
              </a:spcBef>
              <a:spcAft>
                <a:spcPts val="0"/>
              </a:spcAft>
              <a:buClr>
                <a:srgbClr val="000000"/>
              </a:buClr>
              <a:buSzPts val="358"/>
              <a:buFont typeface="Arial"/>
              <a:buNone/>
            </a:pPr>
            <a:r>
              <a:rPr lang="en" sz="700" b="0" i="0" u="none" strike="noStrike" cap="none">
                <a:solidFill>
                  <a:schemeClr val="dk1"/>
                </a:solidFill>
                <a:latin typeface="Arial"/>
                <a:ea typeface="Arial"/>
                <a:cs typeface="Arial"/>
                <a:sym typeface="Arial"/>
              </a:rPr>
              <a:t>PYEXPO 2025</a:t>
            </a:r>
            <a:endParaRPr sz="7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358"/>
              <a:buFont typeface="Arial"/>
              <a:buNone/>
            </a:pPr>
            <a:endParaRPr sz="700" b="0" i="0" u="none" strike="noStrike" cap="none">
              <a:solidFill>
                <a:srgbClr val="0000FF"/>
              </a:solidFill>
              <a:latin typeface="Calibri"/>
              <a:ea typeface="Calibri"/>
              <a:cs typeface="Calibri"/>
              <a:sym typeface="Calibri"/>
            </a:endParaRPr>
          </a:p>
        </p:txBody>
      </p:sp>
      <p:pic>
        <p:nvPicPr>
          <p:cNvPr id="296" name="Google Shape;296;p25"/>
          <p:cNvPicPr preferRelativeResize="0"/>
          <p:nvPr/>
        </p:nvPicPr>
        <p:blipFill rotWithShape="1">
          <a:blip r:embed="rId7">
            <a:alphaModFix/>
          </a:blip>
          <a:srcRect/>
          <a:stretch/>
        </p:blipFill>
        <p:spPr>
          <a:xfrm>
            <a:off x="395425" y="4538950"/>
            <a:ext cx="475574" cy="475574"/>
          </a:xfrm>
          <a:prstGeom prst="rect">
            <a:avLst/>
          </a:prstGeom>
          <a:noFill/>
          <a:ln>
            <a:noFill/>
          </a:ln>
        </p:spPr>
      </p:pic>
      <p:grpSp>
        <p:nvGrpSpPr>
          <p:cNvPr id="297" name="Google Shape;297;p25"/>
          <p:cNvGrpSpPr/>
          <p:nvPr/>
        </p:nvGrpSpPr>
        <p:grpSpPr>
          <a:xfrm flipH="1">
            <a:off x="6096834" y="696989"/>
            <a:ext cx="3049900" cy="6647850"/>
            <a:chOff x="-88435" y="596400"/>
            <a:chExt cx="3049900" cy="6647850"/>
          </a:xfrm>
        </p:grpSpPr>
        <p:pic>
          <p:nvPicPr>
            <p:cNvPr id="298" name="Google Shape;298;p25"/>
            <p:cNvPicPr preferRelativeResize="0"/>
            <p:nvPr/>
          </p:nvPicPr>
          <p:blipFill rotWithShape="1">
            <a:blip r:embed="rId3">
              <a:alphaModFix/>
            </a:blip>
            <a:srcRect l="5517" t="-5104" b="30034"/>
            <a:stretch/>
          </p:blipFill>
          <p:spPr>
            <a:xfrm rot="5400000">
              <a:off x="-539655" y="1113340"/>
              <a:ext cx="3981888" cy="2948008"/>
            </a:xfrm>
            <a:prstGeom prst="rect">
              <a:avLst/>
            </a:prstGeom>
            <a:noFill/>
            <a:ln>
              <a:noFill/>
            </a:ln>
          </p:spPr>
        </p:pic>
        <p:pic>
          <p:nvPicPr>
            <p:cNvPr id="299" name="Google Shape;299;p25"/>
            <p:cNvPicPr preferRelativeResize="0"/>
            <p:nvPr/>
          </p:nvPicPr>
          <p:blipFill rotWithShape="1">
            <a:blip r:embed="rId4">
              <a:alphaModFix/>
            </a:blip>
            <a:srcRect l="11254" r="13011" b="50880"/>
            <a:stretch/>
          </p:blipFill>
          <p:spPr>
            <a:xfrm rot="5400000">
              <a:off x="-600537" y="1202811"/>
              <a:ext cx="2723513" cy="1510690"/>
            </a:xfrm>
            <a:prstGeom prst="rect">
              <a:avLst/>
            </a:prstGeom>
            <a:noFill/>
            <a:ln>
              <a:noFill/>
            </a:ln>
          </p:spPr>
        </p:pic>
        <p:pic>
          <p:nvPicPr>
            <p:cNvPr id="300" name="Google Shape;300;p25"/>
            <p:cNvPicPr preferRelativeResize="0"/>
            <p:nvPr/>
          </p:nvPicPr>
          <p:blipFill rotWithShape="1">
            <a:blip r:embed="rId3">
              <a:alphaModFix/>
            </a:blip>
            <a:srcRect t="4102" b="50813"/>
            <a:stretch/>
          </p:blipFill>
          <p:spPr>
            <a:xfrm rot="5400000">
              <a:off x="-1036776" y="2590637"/>
              <a:ext cx="3595978" cy="1510690"/>
            </a:xfrm>
            <a:prstGeom prst="rect">
              <a:avLst/>
            </a:prstGeom>
            <a:noFill/>
            <a:ln>
              <a:noFill/>
            </a:ln>
          </p:spPr>
        </p:pic>
        <p:pic>
          <p:nvPicPr>
            <p:cNvPr id="301" name="Google Shape;301;p25"/>
            <p:cNvPicPr preferRelativeResize="0"/>
            <p:nvPr/>
          </p:nvPicPr>
          <p:blipFill rotWithShape="1">
            <a:blip r:embed="rId3">
              <a:alphaModFix/>
            </a:blip>
            <a:srcRect l="5516" t="-5104" r="37550" b="30034"/>
            <a:stretch/>
          </p:blipFill>
          <p:spPr>
            <a:xfrm rot="5400000">
              <a:off x="251575" y="2465300"/>
              <a:ext cx="2399450" cy="2948000"/>
            </a:xfrm>
            <a:prstGeom prst="rect">
              <a:avLst/>
            </a:prstGeom>
            <a:noFill/>
            <a:ln>
              <a:noFill/>
            </a:ln>
          </p:spPr>
        </p:pic>
        <p:grpSp>
          <p:nvGrpSpPr>
            <p:cNvPr id="302" name="Google Shape;302;p25"/>
            <p:cNvGrpSpPr/>
            <p:nvPr/>
          </p:nvGrpSpPr>
          <p:grpSpPr>
            <a:xfrm rot="-5400000">
              <a:off x="-599782" y="2439476"/>
              <a:ext cx="3281550" cy="2127456"/>
              <a:chOff x="-8" y="0"/>
              <a:chExt cx="3281550" cy="2127456"/>
            </a:xfrm>
          </p:grpSpPr>
          <p:pic>
            <p:nvPicPr>
              <p:cNvPr id="303" name="Google Shape;303;p25"/>
              <p:cNvPicPr preferRelativeResize="0"/>
              <p:nvPr/>
            </p:nvPicPr>
            <p:blipFill rotWithShape="1">
              <a:blip r:embed="rId3">
                <a:alphaModFix/>
              </a:blip>
              <a:srcRect l="5517" t="-5104" b="30034"/>
              <a:stretch/>
            </p:blipFill>
            <p:spPr>
              <a:xfrm rot="10800000">
                <a:off x="408192" y="0"/>
                <a:ext cx="2873350" cy="2127450"/>
              </a:xfrm>
              <a:prstGeom prst="rect">
                <a:avLst/>
              </a:prstGeom>
              <a:noFill/>
              <a:ln>
                <a:noFill/>
              </a:ln>
            </p:spPr>
          </p:pic>
          <p:pic>
            <p:nvPicPr>
              <p:cNvPr id="304" name="Google Shape;304;p25"/>
              <p:cNvPicPr preferRelativeResize="0"/>
              <p:nvPr/>
            </p:nvPicPr>
            <p:blipFill rotWithShape="1">
              <a:blip r:embed="rId4">
                <a:alphaModFix/>
              </a:blip>
              <a:srcRect l="11254" r="13011" b="50880"/>
              <a:stretch/>
            </p:blipFill>
            <p:spPr>
              <a:xfrm rot="10800000">
                <a:off x="1316242" y="20631"/>
                <a:ext cx="1965300" cy="1090200"/>
              </a:xfrm>
              <a:prstGeom prst="rect">
                <a:avLst/>
              </a:prstGeom>
              <a:noFill/>
              <a:ln>
                <a:noFill/>
              </a:ln>
            </p:spPr>
          </p:pic>
          <p:pic>
            <p:nvPicPr>
              <p:cNvPr id="305" name="Google Shape;305;p25"/>
              <p:cNvPicPr preferRelativeResize="0"/>
              <p:nvPr/>
            </p:nvPicPr>
            <p:blipFill rotWithShape="1">
              <a:blip r:embed="rId3">
                <a:alphaModFix/>
              </a:blip>
              <a:srcRect t="4102" b="50813"/>
              <a:stretch/>
            </p:blipFill>
            <p:spPr>
              <a:xfrm rot="10800000">
                <a:off x="-8" y="20626"/>
                <a:ext cx="2594875" cy="1090200"/>
              </a:xfrm>
              <a:prstGeom prst="rect">
                <a:avLst/>
              </a:prstGeom>
              <a:noFill/>
              <a:ln>
                <a:noFill/>
              </a:ln>
            </p:spPr>
          </p:pic>
          <p:pic>
            <p:nvPicPr>
              <p:cNvPr id="306" name="Google Shape;306;p25"/>
              <p:cNvPicPr preferRelativeResize="0"/>
              <p:nvPr/>
            </p:nvPicPr>
            <p:blipFill rotWithShape="1">
              <a:blip r:embed="rId3">
                <a:alphaModFix/>
              </a:blip>
              <a:srcRect l="5518" t="-5104" r="50851" b="30034"/>
              <a:stretch/>
            </p:blipFill>
            <p:spPr>
              <a:xfrm rot="10800000">
                <a:off x="408192" y="6"/>
                <a:ext cx="1326825" cy="2127450"/>
              </a:xfrm>
              <a:prstGeom prst="rect">
                <a:avLst/>
              </a:prstGeom>
              <a:noFill/>
              <a:ln>
                <a:noFill/>
              </a:ln>
            </p:spPr>
          </p:pic>
          <p:pic>
            <p:nvPicPr>
              <p:cNvPr id="307" name="Google Shape;307;p25"/>
              <p:cNvPicPr preferRelativeResize="0"/>
              <p:nvPr/>
            </p:nvPicPr>
            <p:blipFill rotWithShape="1">
              <a:blip r:embed="rId5">
                <a:alphaModFix/>
              </a:blip>
              <a:srcRect b="50443"/>
              <a:stretch/>
            </p:blipFill>
            <p:spPr>
              <a:xfrm rot="10800000">
                <a:off x="5" y="6"/>
                <a:ext cx="1651475" cy="762675"/>
              </a:xfrm>
              <a:prstGeom prst="rect">
                <a:avLst/>
              </a:prstGeom>
              <a:noFill/>
              <a:ln>
                <a:noFill/>
              </a:ln>
            </p:spPr>
          </p:pic>
          <p:pic>
            <p:nvPicPr>
              <p:cNvPr id="308" name="Google Shape;308;p25"/>
              <p:cNvPicPr preferRelativeResize="0"/>
              <p:nvPr/>
            </p:nvPicPr>
            <p:blipFill rotWithShape="1">
              <a:blip r:embed="rId5">
                <a:alphaModFix/>
              </a:blip>
              <a:srcRect b="50443"/>
              <a:stretch/>
            </p:blipFill>
            <p:spPr>
              <a:xfrm rot="10800000">
                <a:off x="5" y="682393"/>
                <a:ext cx="1651475" cy="762675"/>
              </a:xfrm>
              <a:prstGeom prst="rect">
                <a:avLst/>
              </a:prstGeom>
              <a:noFill/>
              <a:ln>
                <a:noFill/>
              </a:ln>
            </p:spPr>
          </p:pic>
        </p:grpSp>
        <p:pic>
          <p:nvPicPr>
            <p:cNvPr id="309" name="Google Shape;309;p25"/>
            <p:cNvPicPr preferRelativeResize="0"/>
            <p:nvPr/>
          </p:nvPicPr>
          <p:blipFill rotWithShape="1">
            <a:blip r:embed="rId3">
              <a:alphaModFix/>
            </a:blip>
            <a:srcRect l="35435" t="1040" r="-10067" b="52321"/>
            <a:stretch/>
          </p:blipFill>
          <p:spPr>
            <a:xfrm rot="5400000">
              <a:off x="-1142323" y="3140462"/>
              <a:ext cx="5187250" cy="3020325"/>
            </a:xfrm>
            <a:prstGeom prst="rect">
              <a:avLst/>
            </a:prstGeom>
            <a:noFill/>
            <a:ln>
              <a:noFill/>
            </a:ln>
          </p:spPr>
        </p:pic>
        <p:pic>
          <p:nvPicPr>
            <p:cNvPr id="310" name="Google Shape;310;p25"/>
            <p:cNvPicPr preferRelativeResize="0"/>
            <p:nvPr/>
          </p:nvPicPr>
          <p:blipFill rotWithShape="1">
            <a:blip r:embed="rId5">
              <a:alphaModFix/>
            </a:blip>
            <a:srcRect b="50443"/>
            <a:stretch/>
          </p:blipFill>
          <p:spPr>
            <a:xfrm rot="5400000">
              <a:off x="-280950" y="996475"/>
              <a:ext cx="959650" cy="443150"/>
            </a:xfrm>
            <a:prstGeom prst="rect">
              <a:avLst/>
            </a:prstGeom>
            <a:noFill/>
            <a:ln>
              <a:noFill/>
            </a:ln>
          </p:spPr>
        </p:pic>
        <p:pic>
          <p:nvPicPr>
            <p:cNvPr id="311" name="Google Shape;311;p25"/>
            <p:cNvPicPr preferRelativeResize="0"/>
            <p:nvPr/>
          </p:nvPicPr>
          <p:blipFill rotWithShape="1">
            <a:blip r:embed="rId5">
              <a:alphaModFix/>
            </a:blip>
            <a:srcRect b="50443"/>
            <a:stretch/>
          </p:blipFill>
          <p:spPr>
            <a:xfrm rot="5400000">
              <a:off x="-638593" y="2163864"/>
              <a:ext cx="2288614" cy="1056839"/>
            </a:xfrm>
            <a:prstGeom prst="rect">
              <a:avLst/>
            </a:prstGeom>
            <a:noFill/>
            <a:ln>
              <a:noFill/>
            </a:ln>
          </p:spPr>
        </p:pic>
        <p:pic>
          <p:nvPicPr>
            <p:cNvPr id="312" name="Google Shape;312;p25"/>
            <p:cNvPicPr preferRelativeResize="0"/>
            <p:nvPr/>
          </p:nvPicPr>
          <p:blipFill rotWithShape="1">
            <a:blip r:embed="rId4">
              <a:alphaModFix/>
            </a:blip>
            <a:srcRect l="11254" t="4184" r="13011" b="46696"/>
            <a:stretch/>
          </p:blipFill>
          <p:spPr>
            <a:xfrm rot="5400000">
              <a:off x="-447273" y="3217685"/>
              <a:ext cx="1611750" cy="894075"/>
            </a:xfrm>
            <a:prstGeom prst="rect">
              <a:avLst/>
            </a:prstGeom>
            <a:noFill/>
            <a:ln>
              <a:noFill/>
            </a:ln>
          </p:spPr>
        </p:pic>
      </p:grpSp>
      <p:pic>
        <p:nvPicPr>
          <p:cNvPr id="313" name="Google Shape;313;p25"/>
          <p:cNvPicPr preferRelativeResize="0"/>
          <p:nvPr/>
        </p:nvPicPr>
        <p:blipFill rotWithShape="1">
          <a:blip r:embed="rId8">
            <a:alphaModFix/>
          </a:blip>
          <a:srcRect/>
          <a:stretch/>
        </p:blipFill>
        <p:spPr>
          <a:xfrm>
            <a:off x="7221424" y="331050"/>
            <a:ext cx="1045650" cy="1012950"/>
          </a:xfrm>
          <a:prstGeom prst="rect">
            <a:avLst/>
          </a:prstGeom>
          <a:noFill/>
          <a:ln>
            <a:noFill/>
          </a:ln>
        </p:spPr>
      </p:pic>
      <p:pic>
        <p:nvPicPr>
          <p:cNvPr id="314" name="Google Shape;314;p25"/>
          <p:cNvPicPr preferRelativeResize="0"/>
          <p:nvPr/>
        </p:nvPicPr>
        <p:blipFill>
          <a:blip r:embed="rId9">
            <a:alphaModFix amt="11000"/>
          </a:blip>
          <a:stretch>
            <a:fillRect/>
          </a:stretch>
        </p:blipFill>
        <p:spPr>
          <a:xfrm>
            <a:off x="3098537" y="1340788"/>
            <a:ext cx="2946925" cy="2946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6"/>
          <p:cNvSpPr txBox="1"/>
          <p:nvPr/>
        </p:nvSpPr>
        <p:spPr>
          <a:xfrm>
            <a:off x="256787" y="249490"/>
            <a:ext cx="3848700" cy="3231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2100"/>
              <a:buFont typeface="Arial"/>
              <a:buNone/>
            </a:pPr>
            <a:r>
              <a:rPr lang="en" sz="2100" b="1" i="0" u="sng" strike="noStrike" cap="none">
                <a:solidFill>
                  <a:srgbClr val="1F497D"/>
                </a:solidFill>
                <a:latin typeface="Playfair Display"/>
                <a:ea typeface="Playfair Display"/>
                <a:cs typeface="Playfair Display"/>
                <a:sym typeface="Playfair Display"/>
              </a:rPr>
              <a:t>Problem Statement:</a:t>
            </a:r>
            <a:endParaRPr sz="100" b="1" i="0" u="none" strike="noStrike" cap="none">
              <a:solidFill>
                <a:srgbClr val="1F497D"/>
              </a:solidFill>
              <a:latin typeface="Playfair Display"/>
              <a:ea typeface="Playfair Display"/>
              <a:cs typeface="Playfair Display"/>
              <a:sym typeface="Playfair Display"/>
            </a:endParaRPr>
          </a:p>
        </p:txBody>
      </p:sp>
      <p:sp>
        <p:nvSpPr>
          <p:cNvPr id="320" name="Google Shape;320;p26"/>
          <p:cNvSpPr txBox="1"/>
          <p:nvPr/>
        </p:nvSpPr>
        <p:spPr>
          <a:xfrm>
            <a:off x="465715" y="620053"/>
            <a:ext cx="8217146" cy="4535088"/>
          </a:xfrm>
          <a:prstGeom prst="rect">
            <a:avLst/>
          </a:prstGeom>
          <a:noFill/>
          <a:ln>
            <a:noFill/>
          </a:ln>
        </p:spPr>
        <p:txBody>
          <a:bodyPr spcFirstLastPara="1" wrap="square" lIns="0" tIns="0" rIns="0" bIns="0" anchor="t" anchorCtr="0">
            <a:spAutoFit/>
          </a:bodyPr>
          <a:lstStyle/>
          <a:p>
            <a:pPr algn="ctr"/>
            <a:r>
              <a:rPr lang="en" sz="1500" b="1" dirty="0">
                <a:solidFill>
                  <a:srgbClr val="786B6B"/>
                </a:solidFill>
              </a:rPr>
              <a:t>Aqua Sentinel - Concern </a:t>
            </a:r>
            <a:endParaRPr lang="en-US" b="1" dirty="0">
              <a:solidFill>
                <a:srgbClr val="786B6B"/>
              </a:solidFill>
            </a:endParaRPr>
          </a:p>
          <a:p>
            <a:pPr algn="ctr"/>
            <a:endParaRPr lang="en" dirty="0"/>
          </a:p>
          <a:p>
            <a:pPr algn="ctr"/>
            <a:r>
              <a:rPr lang="en" sz="1500" dirty="0">
                <a:solidFill>
                  <a:srgbClr val="002F75"/>
                </a:solidFill>
                <a:latin typeface="Yeseva One"/>
              </a:rPr>
              <a:t>Unseen poisoning of water badly impacts health, agriculture, and even industries. Aqua Sentinel can assist for real-time contamination monitoring. With pH level disturbance, turbidity, increase in temperature, and decrease in oxygen levels, ensuring safety is of utmost importance.</a:t>
            </a:r>
            <a:endParaRPr lang="en">
              <a:solidFill>
                <a:srgbClr val="002F75"/>
              </a:solidFill>
              <a:latin typeface="Yeseva One"/>
            </a:endParaRPr>
          </a:p>
          <a:p>
            <a:pPr algn="ctr"/>
            <a:endParaRPr lang="en" dirty="0">
              <a:latin typeface="Yeseva One"/>
            </a:endParaRPr>
          </a:p>
          <a:p>
            <a:pPr algn="ctr"/>
            <a:r>
              <a:rPr lang="en" sz="1500" b="1" dirty="0">
                <a:solidFill>
                  <a:srgbClr val="786B6B"/>
                </a:solidFill>
              </a:rPr>
              <a:t>Focus Group</a:t>
            </a:r>
            <a:endParaRPr lang="en" dirty="0"/>
          </a:p>
          <a:p>
            <a:pPr algn="ctr"/>
            <a:endParaRPr lang="en" dirty="0"/>
          </a:p>
          <a:p>
            <a:pPr algn="ctr"/>
            <a:r>
              <a:rPr lang="en" sz="1500" dirty="0">
                <a:solidFill>
                  <a:srgbClr val="002F75"/>
                </a:solidFill>
                <a:latin typeface="Yeseva One"/>
              </a:rPr>
              <a:t>Households- Safe for human consumption.</a:t>
            </a:r>
            <a:endParaRPr lang="en" dirty="0">
              <a:solidFill>
                <a:srgbClr val="002F75"/>
              </a:solidFill>
              <a:latin typeface="Yeseva One"/>
            </a:endParaRPr>
          </a:p>
          <a:p>
            <a:pPr algn="ctr"/>
            <a:endParaRPr lang="en" dirty="0">
              <a:solidFill>
                <a:srgbClr val="002F75"/>
              </a:solidFill>
              <a:latin typeface="Yeseva One"/>
            </a:endParaRPr>
          </a:p>
          <a:p>
            <a:pPr algn="ctr"/>
            <a:r>
              <a:rPr lang="en" sz="1500" dirty="0">
                <a:solidFill>
                  <a:srgbClr val="002F75"/>
                </a:solidFill>
                <a:latin typeface="Yeseva One"/>
              </a:rPr>
              <a:t>Farmers – Higher quality irrigation.</a:t>
            </a:r>
            <a:endParaRPr lang="en" dirty="0">
              <a:solidFill>
                <a:srgbClr val="002F75"/>
              </a:solidFill>
              <a:latin typeface="Yeseva One"/>
            </a:endParaRPr>
          </a:p>
          <a:p>
            <a:pPr algn="ctr"/>
            <a:endParaRPr lang="en" dirty="0">
              <a:solidFill>
                <a:srgbClr val="002F75"/>
              </a:solidFill>
              <a:latin typeface="Yeseva One"/>
            </a:endParaRPr>
          </a:p>
          <a:p>
            <a:pPr algn="ctr"/>
            <a:r>
              <a:rPr lang="en" sz="1500" dirty="0">
                <a:solidFill>
                  <a:srgbClr val="002F75"/>
                </a:solidFill>
                <a:latin typeface="Yeseva One"/>
              </a:rPr>
              <a:t>Industries – Compliance to regulatory policies.</a:t>
            </a:r>
            <a:endParaRPr lang="en" dirty="0">
              <a:solidFill>
                <a:srgbClr val="002F75"/>
              </a:solidFill>
              <a:latin typeface="Yeseva One"/>
            </a:endParaRPr>
          </a:p>
          <a:p>
            <a:pPr algn="ctr"/>
            <a:endParaRPr lang="en" dirty="0">
              <a:solidFill>
                <a:srgbClr val="002F75"/>
              </a:solidFill>
              <a:latin typeface="Yeseva One"/>
            </a:endParaRPr>
          </a:p>
          <a:p>
            <a:pPr algn="ctr"/>
            <a:r>
              <a:rPr lang="en" sz="1500" dirty="0">
                <a:solidFill>
                  <a:srgbClr val="002F75"/>
                </a:solidFill>
                <a:latin typeface="Yeseva One"/>
              </a:rPr>
              <a:t>Fisheries – Good health of aquatic ecosystems.</a:t>
            </a:r>
            <a:endParaRPr lang="en" dirty="0">
              <a:solidFill>
                <a:srgbClr val="002F75"/>
              </a:solidFill>
              <a:latin typeface="Yeseva One"/>
            </a:endParaRPr>
          </a:p>
          <a:p>
            <a:pPr algn="ctr"/>
            <a:endParaRPr lang="en" dirty="0">
              <a:solidFill>
                <a:srgbClr val="002F75"/>
              </a:solidFill>
              <a:latin typeface="Yeseva One"/>
            </a:endParaRPr>
          </a:p>
          <a:p>
            <a:pPr algn="ctr"/>
            <a:r>
              <a:rPr lang="en" sz="1500" dirty="0">
                <a:solidFill>
                  <a:srgbClr val="002F75"/>
                </a:solidFill>
                <a:latin typeface="Yeseva One"/>
              </a:rPr>
              <a:t>Government – Monitoring pollution</a:t>
            </a:r>
            <a:endParaRPr lang="en" sz="1500" dirty="0">
              <a:latin typeface="Yeseva One"/>
            </a:endParaRPr>
          </a:p>
          <a:p>
            <a:pPr algn="ctr"/>
            <a:endParaRPr lang="en"/>
          </a:p>
          <a:p>
            <a:pPr marL="0" marR="0" lvl="0" indent="0" algn="ctr">
              <a:lnSpc>
                <a:spcPct val="118000"/>
              </a:lnSpc>
              <a:spcBef>
                <a:spcPts val="0"/>
              </a:spcBef>
              <a:spcAft>
                <a:spcPts val="0"/>
              </a:spcAft>
              <a:buSzPts val="1500"/>
              <a:buFont typeface="Arial"/>
              <a:buNone/>
            </a:pPr>
            <a:endParaRPr lang="en" sz="1500" b="0" i="0" u="none" strike="noStrike" cap="none" dirty="0">
              <a:solidFill>
                <a:srgbClr val="000000"/>
              </a:solidFill>
              <a:latin typeface="Arial"/>
              <a:ea typeface="Arial"/>
              <a:cs typeface="Arial"/>
            </a:endParaRPr>
          </a:p>
        </p:txBody>
      </p:sp>
      <p:sp>
        <p:nvSpPr>
          <p:cNvPr id="321" name="Google Shape;321;p26"/>
          <p:cNvSpPr txBox="1"/>
          <p:nvPr/>
        </p:nvSpPr>
        <p:spPr>
          <a:xfrm>
            <a:off x="870989" y="4574700"/>
            <a:ext cx="26103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sp>
        <p:nvSpPr>
          <p:cNvPr id="322" name="Google Shape;322;p26"/>
          <p:cNvSpPr txBox="1"/>
          <p:nvPr/>
        </p:nvSpPr>
        <p:spPr>
          <a:xfrm>
            <a:off x="868675" y="4466600"/>
            <a:ext cx="1462800" cy="4308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358"/>
              <a:buFont typeface="Arial"/>
              <a:buNone/>
            </a:pPr>
            <a:endParaRPr sz="700" b="0" i="0" u="none" strike="noStrike" cap="none">
              <a:solidFill>
                <a:srgbClr val="0000FF"/>
              </a:solidFill>
              <a:latin typeface="Calibri"/>
              <a:ea typeface="Calibri"/>
              <a:cs typeface="Calibri"/>
              <a:sym typeface="Calibri"/>
            </a:endParaRPr>
          </a:p>
        </p:txBody>
      </p:sp>
      <p:pic>
        <p:nvPicPr>
          <p:cNvPr id="323" name="Google Shape;323;p26"/>
          <p:cNvPicPr preferRelativeResize="0"/>
          <p:nvPr/>
        </p:nvPicPr>
        <p:blipFill rotWithShape="1">
          <a:blip r:embed="rId3">
            <a:alphaModFix/>
          </a:blip>
          <a:srcRect/>
          <a:stretch/>
        </p:blipFill>
        <p:spPr>
          <a:xfrm>
            <a:off x="395425" y="4538950"/>
            <a:ext cx="475574" cy="475574"/>
          </a:xfrm>
          <a:prstGeom prst="rect">
            <a:avLst/>
          </a:prstGeom>
          <a:noFill/>
          <a:ln>
            <a:noFill/>
          </a:ln>
        </p:spPr>
      </p:pic>
      <p:sp>
        <p:nvSpPr>
          <p:cNvPr id="324" name="Google Shape;324;p26"/>
          <p:cNvSpPr txBox="1"/>
          <p:nvPr/>
        </p:nvSpPr>
        <p:spPr>
          <a:xfrm>
            <a:off x="871000" y="4667400"/>
            <a:ext cx="2274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IPS TECH COMMUNITY</a:t>
            </a:r>
            <a:endParaRPr sz="1400" b="1" i="0" u="none" strike="noStrike" cap="none">
              <a:solidFill>
                <a:srgbClr val="000000"/>
              </a:solidFill>
              <a:latin typeface="Calibri"/>
              <a:ea typeface="Calibri"/>
              <a:cs typeface="Calibri"/>
              <a:sym typeface="Calibri"/>
            </a:endParaRPr>
          </a:p>
        </p:txBody>
      </p:sp>
      <p:sp>
        <p:nvSpPr>
          <p:cNvPr id="325" name="Google Shape;325;p26"/>
          <p:cNvSpPr txBox="1"/>
          <p:nvPr/>
        </p:nvSpPr>
        <p:spPr>
          <a:xfrm>
            <a:off x="871000" y="4561338"/>
            <a:ext cx="1462800" cy="430800"/>
          </a:xfrm>
          <a:prstGeom prst="rect">
            <a:avLst/>
          </a:prstGeom>
          <a:noFill/>
          <a:ln>
            <a:noFill/>
          </a:ln>
        </p:spPr>
        <p:txBody>
          <a:bodyPr spcFirstLastPara="1" wrap="square" lIns="91425" tIns="91425" rIns="91425" bIns="91425" anchor="t" anchorCtr="0">
            <a:noAutofit/>
          </a:bodyPr>
          <a:lstStyle/>
          <a:p>
            <a:pPr marL="0" marR="0" lvl="0" indent="0" algn="l" rtl="0">
              <a:lnSpc>
                <a:spcPct val="130000"/>
              </a:lnSpc>
              <a:spcBef>
                <a:spcPts val="0"/>
              </a:spcBef>
              <a:spcAft>
                <a:spcPts val="0"/>
              </a:spcAft>
              <a:buClr>
                <a:srgbClr val="000000"/>
              </a:buClr>
              <a:buSzPts val="358"/>
              <a:buFont typeface="Arial"/>
              <a:buNone/>
            </a:pPr>
            <a:r>
              <a:rPr lang="en" sz="700" b="0" i="0" u="none" strike="noStrike" cap="none">
                <a:solidFill>
                  <a:schemeClr val="dk1"/>
                </a:solidFill>
                <a:latin typeface="Arial"/>
                <a:ea typeface="Arial"/>
                <a:cs typeface="Arial"/>
                <a:sym typeface="Arial"/>
              </a:rPr>
              <a:t>PYEXPO 2025</a:t>
            </a:r>
            <a:endParaRPr sz="7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358"/>
              <a:buFont typeface="Arial"/>
              <a:buNone/>
            </a:pPr>
            <a:endParaRPr sz="700" b="0" i="0" u="none" strike="noStrike" cap="none">
              <a:solidFill>
                <a:srgbClr val="0000FF"/>
              </a:solidFill>
              <a:latin typeface="Calibri"/>
              <a:ea typeface="Calibri"/>
              <a:cs typeface="Calibri"/>
              <a:sym typeface="Calibri"/>
            </a:endParaRPr>
          </a:p>
        </p:txBody>
      </p:sp>
      <p:pic>
        <p:nvPicPr>
          <p:cNvPr id="326" name="Google Shape;326;p26"/>
          <p:cNvPicPr preferRelativeResize="0"/>
          <p:nvPr/>
        </p:nvPicPr>
        <p:blipFill>
          <a:blip r:embed="rId4">
            <a:alphaModFix amt="11000"/>
          </a:blip>
          <a:stretch>
            <a:fillRect/>
          </a:stretch>
        </p:blipFill>
        <p:spPr>
          <a:xfrm>
            <a:off x="3044600" y="1519663"/>
            <a:ext cx="2946925" cy="2946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7"/>
          <p:cNvSpPr txBox="1"/>
          <p:nvPr/>
        </p:nvSpPr>
        <p:spPr>
          <a:xfrm>
            <a:off x="267279" y="2217322"/>
            <a:ext cx="8755958" cy="3046988"/>
          </a:xfrm>
          <a:prstGeom prst="rect">
            <a:avLst/>
          </a:prstGeom>
          <a:noFill/>
          <a:ln>
            <a:noFill/>
          </a:ln>
        </p:spPr>
        <p:txBody>
          <a:bodyPr spcFirstLastPara="1" wrap="square" lIns="0" tIns="0" rIns="0" bIns="0" anchor="t" anchorCtr="0">
            <a:spAutoFit/>
          </a:bodyPr>
          <a:lstStyle/>
          <a:p>
            <a:r>
              <a:rPr lang="en" sz="1800" dirty="0">
                <a:solidFill>
                  <a:srgbClr val="002F75"/>
                </a:solidFill>
                <a:latin typeface="Yeseva One"/>
              </a:rPr>
              <a:t>Aqua Sentinel – IoT System</a:t>
            </a:r>
            <a:endParaRPr lang="en-US" sz="1800">
              <a:solidFill>
                <a:srgbClr val="002F75"/>
              </a:solidFill>
              <a:latin typeface="Yeseva One"/>
            </a:endParaRPr>
          </a:p>
          <a:p>
            <a:r>
              <a:rPr lang="en" sz="1800" dirty="0">
                <a:solidFill>
                  <a:srgbClr val="002F75"/>
                </a:solidFill>
                <a:latin typeface="Yeseva One"/>
              </a:rPr>
              <a:t>Goal: For use in homes, agriculture, and industries to ensure real-time water quality monitoring. It monitors pH levels, TDS, and temperature, notifying users of dangerous events and also to prevent the device and work in the efficient way . The main motive of the project is to detect and rectify the problem in the water purifier as soon as possible and also use the sensors to make sure that the output water consumable and ensure that it is in good quality</a:t>
            </a:r>
          </a:p>
          <a:p>
            <a:endParaRPr lang="en" sz="1800" dirty="0">
              <a:solidFill>
                <a:srgbClr val="5C305B"/>
              </a:solidFill>
              <a:latin typeface="SimSun-ExtB"/>
            </a:endParaRPr>
          </a:p>
          <a:p>
            <a:endParaRPr lang="en" sz="1800" dirty="0">
              <a:solidFill>
                <a:srgbClr val="5C305B"/>
              </a:solidFill>
            </a:endParaRPr>
          </a:p>
          <a:p>
            <a:endParaRPr lang="en" sz="1800" dirty="0"/>
          </a:p>
        </p:txBody>
      </p:sp>
      <p:sp>
        <p:nvSpPr>
          <p:cNvPr id="332" name="Google Shape;332;p27"/>
          <p:cNvSpPr txBox="1"/>
          <p:nvPr/>
        </p:nvSpPr>
        <p:spPr>
          <a:xfrm>
            <a:off x="535921" y="278086"/>
            <a:ext cx="2393700" cy="323100"/>
          </a:xfrm>
          <a:prstGeom prst="rect">
            <a:avLst/>
          </a:prstGeom>
          <a:noFill/>
          <a:ln>
            <a:noFill/>
          </a:ln>
        </p:spPr>
        <p:txBody>
          <a:bodyPr spcFirstLastPara="1" wrap="square" lIns="0" tIns="0" rIns="0" bIns="0" anchor="t" anchorCtr="0">
            <a:spAutoFit/>
          </a:bodyPr>
          <a:lstStyle/>
          <a:p>
            <a:pPr marL="0" marR="0" lvl="0" indent="0" algn="l" rtl="0">
              <a:lnSpc>
                <a:spcPct val="110133"/>
              </a:lnSpc>
              <a:spcBef>
                <a:spcPts val="0"/>
              </a:spcBef>
              <a:spcAft>
                <a:spcPts val="0"/>
              </a:spcAft>
              <a:buClr>
                <a:srgbClr val="000000"/>
              </a:buClr>
              <a:buSzPts val="2100"/>
              <a:buFont typeface="Arial"/>
              <a:buNone/>
            </a:pPr>
            <a:r>
              <a:rPr lang="en" sz="2100" b="1" i="0" u="sng" strike="noStrike" cap="none">
                <a:solidFill>
                  <a:srgbClr val="1F497D"/>
                </a:solidFill>
                <a:latin typeface="Playfair Display"/>
                <a:ea typeface="Playfair Display"/>
                <a:cs typeface="Playfair Display"/>
                <a:sym typeface="Playfair Display"/>
              </a:rPr>
              <a:t>Proposed Solution: </a:t>
            </a:r>
            <a:endParaRPr sz="2100" b="1" i="0" u="none" strike="noStrike" cap="none">
              <a:solidFill>
                <a:srgbClr val="1F497D"/>
              </a:solidFill>
              <a:latin typeface="Playfair Display"/>
              <a:ea typeface="Playfair Display"/>
              <a:cs typeface="Playfair Display"/>
              <a:sym typeface="Playfair Display"/>
            </a:endParaRPr>
          </a:p>
        </p:txBody>
      </p:sp>
      <p:sp>
        <p:nvSpPr>
          <p:cNvPr id="334" name="Google Shape;334;p27"/>
          <p:cNvSpPr txBox="1"/>
          <p:nvPr/>
        </p:nvSpPr>
        <p:spPr>
          <a:xfrm>
            <a:off x="871000" y="4667400"/>
            <a:ext cx="2274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IPS TECH COMMUNITY</a:t>
            </a:r>
            <a:endParaRPr sz="1400" b="1" i="0" u="none" strike="noStrike" cap="none">
              <a:solidFill>
                <a:srgbClr val="000000"/>
              </a:solidFill>
              <a:latin typeface="Calibri"/>
              <a:ea typeface="Calibri"/>
              <a:cs typeface="Calibri"/>
              <a:sym typeface="Calibri"/>
            </a:endParaRPr>
          </a:p>
        </p:txBody>
      </p:sp>
      <p:pic>
        <p:nvPicPr>
          <p:cNvPr id="335" name="Google Shape;335;p27"/>
          <p:cNvPicPr preferRelativeResize="0"/>
          <p:nvPr/>
        </p:nvPicPr>
        <p:blipFill rotWithShape="1">
          <a:blip r:embed="rId3">
            <a:alphaModFix/>
          </a:blip>
          <a:srcRect/>
          <a:stretch/>
        </p:blipFill>
        <p:spPr>
          <a:xfrm>
            <a:off x="395425" y="4538950"/>
            <a:ext cx="475574" cy="475574"/>
          </a:xfrm>
          <a:prstGeom prst="rect">
            <a:avLst/>
          </a:prstGeom>
          <a:noFill/>
          <a:ln>
            <a:noFill/>
          </a:ln>
        </p:spPr>
      </p:pic>
      <p:sp>
        <p:nvSpPr>
          <p:cNvPr id="336" name="Google Shape;336;p27"/>
          <p:cNvSpPr txBox="1"/>
          <p:nvPr/>
        </p:nvSpPr>
        <p:spPr>
          <a:xfrm>
            <a:off x="871000" y="4561338"/>
            <a:ext cx="1462800" cy="430800"/>
          </a:xfrm>
          <a:prstGeom prst="rect">
            <a:avLst/>
          </a:prstGeom>
          <a:noFill/>
          <a:ln>
            <a:noFill/>
          </a:ln>
        </p:spPr>
        <p:txBody>
          <a:bodyPr spcFirstLastPara="1" wrap="square" lIns="91425" tIns="91425" rIns="91425" bIns="91425" anchor="t" anchorCtr="0">
            <a:noAutofit/>
          </a:bodyPr>
          <a:lstStyle/>
          <a:p>
            <a:pPr marL="0" marR="0" lvl="0" indent="0" algn="l" rtl="0">
              <a:lnSpc>
                <a:spcPct val="130000"/>
              </a:lnSpc>
              <a:spcBef>
                <a:spcPts val="0"/>
              </a:spcBef>
              <a:spcAft>
                <a:spcPts val="0"/>
              </a:spcAft>
              <a:buClr>
                <a:srgbClr val="000000"/>
              </a:buClr>
              <a:buSzPts val="358"/>
              <a:buFont typeface="Arial"/>
              <a:buNone/>
            </a:pPr>
            <a:r>
              <a:rPr lang="en" sz="700" b="0" i="0" u="none" strike="noStrike" cap="none">
                <a:solidFill>
                  <a:schemeClr val="dk1"/>
                </a:solidFill>
                <a:latin typeface="Arial"/>
                <a:ea typeface="Arial"/>
                <a:cs typeface="Arial"/>
                <a:sym typeface="Arial"/>
              </a:rPr>
              <a:t>PYEXPO 2025</a:t>
            </a:r>
            <a:endParaRPr sz="7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358"/>
              <a:buFont typeface="Arial"/>
              <a:buNone/>
            </a:pPr>
            <a:endParaRPr sz="700" b="0" i="0" u="none" strike="noStrike" cap="none">
              <a:solidFill>
                <a:srgbClr val="0000FF"/>
              </a:solidFill>
              <a:latin typeface="Calibri"/>
              <a:ea typeface="Calibri"/>
              <a:cs typeface="Calibri"/>
              <a:sym typeface="Calibri"/>
            </a:endParaRPr>
          </a:p>
        </p:txBody>
      </p:sp>
      <p:pic>
        <p:nvPicPr>
          <p:cNvPr id="337" name="Google Shape;337;p27"/>
          <p:cNvPicPr preferRelativeResize="0"/>
          <p:nvPr/>
        </p:nvPicPr>
        <p:blipFill>
          <a:blip r:embed="rId4">
            <a:alphaModFix amt="11000"/>
          </a:blip>
          <a:stretch>
            <a:fillRect/>
          </a:stretch>
        </p:blipFill>
        <p:spPr>
          <a:xfrm>
            <a:off x="2804750" y="1144688"/>
            <a:ext cx="2946925" cy="2946925"/>
          </a:xfrm>
          <a:prstGeom prst="rect">
            <a:avLst/>
          </a:prstGeom>
          <a:noFill/>
          <a:ln>
            <a:noFill/>
          </a:ln>
        </p:spPr>
      </p:pic>
      <p:sp>
        <p:nvSpPr>
          <p:cNvPr id="2" name="TextBox 1">
            <a:extLst>
              <a:ext uri="{FF2B5EF4-FFF2-40B4-BE49-F238E27FC236}">
                <a16:creationId xmlns:a16="http://schemas.microsoft.com/office/drawing/2014/main" id="{7ED03C10-26AF-33AE-79B9-659DD4D11040}"/>
              </a:ext>
            </a:extLst>
          </p:cNvPr>
          <p:cNvSpPr txBox="1"/>
          <p:nvPr/>
        </p:nvSpPr>
        <p:spPr>
          <a:xfrm>
            <a:off x="691922" y="1065439"/>
            <a:ext cx="7760153" cy="654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i="1" dirty="0" err="1">
                <a:solidFill>
                  <a:schemeClr val="tx1"/>
                </a:solidFill>
                <a:latin typeface="Browallia New"/>
                <a:cs typeface="Hind"/>
              </a:rPr>
              <a:t>நீர்இன்று</a:t>
            </a:r>
            <a:r>
              <a:rPr lang="en-US" sz="1800" b="1" i="1" dirty="0">
                <a:solidFill>
                  <a:schemeClr val="tx1"/>
                </a:solidFill>
                <a:latin typeface="Browallia New"/>
                <a:cs typeface="Hind"/>
              </a:rPr>
              <a:t>  </a:t>
            </a:r>
            <a:r>
              <a:rPr lang="en-US" sz="1800" b="1" i="1" dirty="0" err="1">
                <a:solidFill>
                  <a:schemeClr val="tx1"/>
                </a:solidFill>
                <a:latin typeface="Browallia New"/>
                <a:cs typeface="Hind"/>
              </a:rPr>
              <a:t>அமையாது</a:t>
            </a:r>
            <a:r>
              <a:rPr lang="en-US" sz="1800" b="1" i="1" dirty="0">
                <a:solidFill>
                  <a:schemeClr val="tx1"/>
                </a:solidFill>
                <a:latin typeface="Browallia New"/>
                <a:cs typeface="Hind"/>
              </a:rPr>
              <a:t> </a:t>
            </a:r>
            <a:r>
              <a:rPr lang="en-US" sz="1800" b="1" i="1" dirty="0" err="1">
                <a:solidFill>
                  <a:schemeClr val="tx1"/>
                </a:solidFill>
                <a:latin typeface="Browallia New"/>
                <a:cs typeface="Hind"/>
              </a:rPr>
              <a:t>உலகெனின்</a:t>
            </a:r>
            <a:r>
              <a:rPr lang="en-US" sz="1800" b="1" i="1" dirty="0">
                <a:solidFill>
                  <a:schemeClr val="tx1"/>
                </a:solidFill>
                <a:latin typeface="Browallia New"/>
                <a:cs typeface="Hind"/>
              </a:rPr>
              <a:t> </a:t>
            </a:r>
            <a:r>
              <a:rPr lang="en-US" sz="1800" b="1" i="1" dirty="0" err="1">
                <a:solidFill>
                  <a:schemeClr val="tx1"/>
                </a:solidFill>
                <a:latin typeface="Browallia New"/>
                <a:cs typeface="Hind"/>
              </a:rPr>
              <a:t>யார்யார்க்கும்வான்</a:t>
            </a:r>
            <a:br>
              <a:rPr lang="en-US" sz="1800" b="1" i="1" dirty="0">
                <a:solidFill>
                  <a:schemeClr val="tx1"/>
                </a:solidFill>
                <a:latin typeface="Browallia New"/>
                <a:cs typeface="Hind"/>
              </a:rPr>
            </a:br>
            <a:r>
              <a:rPr lang="en-US" sz="1800" b="1" i="1" dirty="0" err="1">
                <a:solidFill>
                  <a:schemeClr val="tx1"/>
                </a:solidFill>
                <a:latin typeface="Browallia New"/>
                <a:cs typeface="Hind"/>
              </a:rPr>
              <a:t>இன்று</a:t>
            </a:r>
            <a:r>
              <a:rPr lang="en-US" sz="1800" b="1" i="1" dirty="0">
                <a:solidFill>
                  <a:schemeClr val="tx1"/>
                </a:solidFill>
                <a:latin typeface="Browallia New"/>
                <a:cs typeface="Hind"/>
              </a:rPr>
              <a:t> </a:t>
            </a:r>
            <a:r>
              <a:rPr lang="en-US" sz="1800" b="1" i="1" dirty="0" err="1">
                <a:solidFill>
                  <a:schemeClr val="tx1"/>
                </a:solidFill>
                <a:latin typeface="Browallia New"/>
                <a:cs typeface="Hind"/>
              </a:rPr>
              <a:t>அமையாது</a:t>
            </a:r>
            <a:r>
              <a:rPr lang="en-US" sz="1800" b="1" i="1" dirty="0">
                <a:solidFill>
                  <a:schemeClr val="tx1"/>
                </a:solidFill>
                <a:latin typeface="Browallia New"/>
                <a:cs typeface="Hind"/>
              </a:rPr>
              <a:t> </a:t>
            </a:r>
            <a:r>
              <a:rPr lang="en-US" sz="1800" b="1" i="1" dirty="0" err="1">
                <a:solidFill>
                  <a:schemeClr val="tx1"/>
                </a:solidFill>
                <a:latin typeface="Browallia New"/>
                <a:cs typeface="Hind"/>
              </a:rPr>
              <a:t>ஒழுக்கு</a:t>
            </a:r>
            <a:endParaRPr lang="en-US" sz="1800" b="1" i="1">
              <a:solidFill>
                <a:schemeClr val="tx1"/>
              </a:solidFill>
              <a:latin typeface="Browallia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grpSp>
        <p:nvGrpSpPr>
          <p:cNvPr id="342" name="Google Shape;342;p28"/>
          <p:cNvGrpSpPr/>
          <p:nvPr/>
        </p:nvGrpSpPr>
        <p:grpSpPr>
          <a:xfrm rot="-5400000">
            <a:off x="6510234" y="2501761"/>
            <a:ext cx="1665020" cy="3618460"/>
            <a:chOff x="-22726" y="13"/>
            <a:chExt cx="2370810" cy="5152300"/>
          </a:xfrm>
        </p:grpSpPr>
        <p:pic>
          <p:nvPicPr>
            <p:cNvPr id="343" name="Google Shape;343;p28"/>
            <p:cNvPicPr preferRelativeResize="0"/>
            <p:nvPr/>
          </p:nvPicPr>
          <p:blipFill rotWithShape="1">
            <a:blip r:embed="rId3">
              <a:alphaModFix/>
            </a:blip>
            <a:srcRect l="5517" t="-5104" b="30034"/>
            <a:stretch/>
          </p:blipFill>
          <p:spPr>
            <a:xfrm rot="5400000">
              <a:off x="-361014" y="877812"/>
              <a:ext cx="2605925" cy="1929300"/>
            </a:xfrm>
            <a:prstGeom prst="rect">
              <a:avLst/>
            </a:prstGeom>
            <a:noFill/>
            <a:ln>
              <a:noFill/>
            </a:ln>
          </p:spPr>
        </p:pic>
        <p:pic>
          <p:nvPicPr>
            <p:cNvPr id="344" name="Google Shape;344;p28"/>
            <p:cNvPicPr preferRelativeResize="0"/>
            <p:nvPr/>
          </p:nvPicPr>
          <p:blipFill rotWithShape="1">
            <a:blip r:embed="rId4">
              <a:alphaModFix/>
            </a:blip>
            <a:srcRect l="11254" r="13011" b="50880"/>
            <a:stretch/>
          </p:blipFill>
          <p:spPr>
            <a:xfrm rot="5400000">
              <a:off x="-487394" y="1982825"/>
              <a:ext cx="2190249" cy="1214897"/>
            </a:xfrm>
            <a:prstGeom prst="rect">
              <a:avLst/>
            </a:prstGeom>
            <a:noFill/>
            <a:ln>
              <a:noFill/>
            </a:ln>
          </p:spPr>
        </p:pic>
        <p:pic>
          <p:nvPicPr>
            <p:cNvPr id="345" name="Google Shape;345;p28"/>
            <p:cNvPicPr preferRelativeResize="0"/>
            <p:nvPr/>
          </p:nvPicPr>
          <p:blipFill rotWithShape="1">
            <a:blip r:embed="rId3">
              <a:alphaModFix/>
            </a:blip>
            <a:srcRect t="4102" b="50813"/>
            <a:stretch/>
          </p:blipFill>
          <p:spPr>
            <a:xfrm rot="5400000">
              <a:off x="-838218" y="3098916"/>
              <a:ext cx="2891885" cy="1214897"/>
            </a:xfrm>
            <a:prstGeom prst="rect">
              <a:avLst/>
            </a:prstGeom>
            <a:noFill/>
            <a:ln>
              <a:noFill/>
            </a:ln>
          </p:spPr>
        </p:pic>
        <p:pic>
          <p:nvPicPr>
            <p:cNvPr id="346" name="Google Shape;346;p28"/>
            <p:cNvPicPr preferRelativeResize="0"/>
            <p:nvPr/>
          </p:nvPicPr>
          <p:blipFill rotWithShape="1">
            <a:blip r:embed="rId3">
              <a:alphaModFix/>
            </a:blip>
            <a:srcRect l="5516" t="-5104" r="37550" b="30034"/>
            <a:stretch/>
          </p:blipFill>
          <p:spPr>
            <a:xfrm rot="5400000">
              <a:off x="197874" y="2998120"/>
              <a:ext cx="1929638" cy="2370781"/>
            </a:xfrm>
            <a:prstGeom prst="rect">
              <a:avLst/>
            </a:prstGeom>
            <a:noFill/>
            <a:ln>
              <a:noFill/>
            </a:ln>
          </p:spPr>
        </p:pic>
        <p:pic>
          <p:nvPicPr>
            <p:cNvPr id="347" name="Google Shape;347;p28"/>
            <p:cNvPicPr preferRelativeResize="0"/>
            <p:nvPr/>
          </p:nvPicPr>
          <p:blipFill rotWithShape="1">
            <a:blip r:embed="rId3">
              <a:alphaModFix/>
            </a:blip>
            <a:srcRect l="5517" t="-5104" b="30034"/>
            <a:stretch/>
          </p:blipFill>
          <p:spPr>
            <a:xfrm rot="5400000">
              <a:off x="-288575" y="3041699"/>
              <a:ext cx="2048200" cy="1516500"/>
            </a:xfrm>
            <a:prstGeom prst="rect">
              <a:avLst/>
            </a:prstGeom>
            <a:noFill/>
            <a:ln>
              <a:noFill/>
            </a:ln>
          </p:spPr>
        </p:pic>
        <p:pic>
          <p:nvPicPr>
            <p:cNvPr id="348" name="Google Shape;348;p28"/>
            <p:cNvPicPr preferRelativeResize="0"/>
            <p:nvPr/>
          </p:nvPicPr>
          <p:blipFill rotWithShape="1">
            <a:blip r:embed="rId4">
              <a:alphaModFix/>
            </a:blip>
            <a:srcRect l="11254" r="13011" b="50880"/>
            <a:stretch/>
          </p:blipFill>
          <p:spPr>
            <a:xfrm rot="5400000">
              <a:off x="-358013" y="2865168"/>
              <a:ext cx="1580494" cy="876739"/>
            </a:xfrm>
            <a:prstGeom prst="rect">
              <a:avLst/>
            </a:prstGeom>
            <a:noFill/>
            <a:ln>
              <a:noFill/>
            </a:ln>
          </p:spPr>
        </p:pic>
        <p:pic>
          <p:nvPicPr>
            <p:cNvPr id="349" name="Google Shape;349;p28"/>
            <p:cNvPicPr preferRelativeResize="0"/>
            <p:nvPr/>
          </p:nvPicPr>
          <p:blipFill rotWithShape="1">
            <a:blip r:embed="rId3">
              <a:alphaModFix/>
            </a:blip>
            <a:srcRect t="4102" b="50813"/>
            <a:stretch/>
          </p:blipFill>
          <p:spPr>
            <a:xfrm rot="5400000">
              <a:off x="-611169" y="3670544"/>
              <a:ext cx="2086798" cy="876739"/>
            </a:xfrm>
            <a:prstGeom prst="rect">
              <a:avLst/>
            </a:prstGeom>
            <a:noFill/>
            <a:ln>
              <a:noFill/>
            </a:ln>
          </p:spPr>
        </p:pic>
        <p:pic>
          <p:nvPicPr>
            <p:cNvPr id="350" name="Google Shape;350;p28"/>
            <p:cNvPicPr preferRelativeResize="0"/>
            <p:nvPr/>
          </p:nvPicPr>
          <p:blipFill rotWithShape="1">
            <a:blip r:embed="rId3">
              <a:alphaModFix/>
            </a:blip>
            <a:srcRect l="5518" t="-5104" r="50851" b="30034"/>
            <a:stretch/>
          </p:blipFill>
          <p:spPr>
            <a:xfrm rot="5400000">
              <a:off x="299210" y="3435075"/>
              <a:ext cx="1067033" cy="1710895"/>
            </a:xfrm>
            <a:prstGeom prst="rect">
              <a:avLst/>
            </a:prstGeom>
            <a:noFill/>
            <a:ln>
              <a:noFill/>
            </a:ln>
          </p:spPr>
        </p:pic>
        <p:pic>
          <p:nvPicPr>
            <p:cNvPr id="351" name="Google Shape;351;p28"/>
            <p:cNvPicPr preferRelativeResize="0"/>
            <p:nvPr/>
          </p:nvPicPr>
          <p:blipFill rotWithShape="1">
            <a:blip r:embed="rId5">
              <a:alphaModFix/>
            </a:blip>
            <a:srcRect b="50443"/>
            <a:stretch/>
          </p:blipFill>
          <p:spPr>
            <a:xfrm rot="5400000">
              <a:off x="-380108" y="4181573"/>
              <a:ext cx="1328116" cy="613343"/>
            </a:xfrm>
            <a:prstGeom prst="rect">
              <a:avLst/>
            </a:prstGeom>
            <a:noFill/>
            <a:ln>
              <a:noFill/>
            </a:ln>
          </p:spPr>
        </p:pic>
        <p:pic>
          <p:nvPicPr>
            <p:cNvPr id="352" name="Google Shape;352;p28"/>
            <p:cNvPicPr preferRelativeResize="0"/>
            <p:nvPr/>
          </p:nvPicPr>
          <p:blipFill rotWithShape="1">
            <a:blip r:embed="rId5">
              <a:alphaModFix/>
            </a:blip>
            <a:srcRect b="50443"/>
            <a:stretch/>
          </p:blipFill>
          <p:spPr>
            <a:xfrm rot="5400000">
              <a:off x="168668" y="4181573"/>
              <a:ext cx="1328116" cy="613343"/>
            </a:xfrm>
            <a:prstGeom prst="rect">
              <a:avLst/>
            </a:prstGeom>
            <a:noFill/>
            <a:ln>
              <a:noFill/>
            </a:ln>
          </p:spPr>
        </p:pic>
        <p:pic>
          <p:nvPicPr>
            <p:cNvPr id="353" name="Google Shape;353;p28"/>
            <p:cNvPicPr preferRelativeResize="0"/>
            <p:nvPr/>
          </p:nvPicPr>
          <p:blipFill rotWithShape="1">
            <a:blip r:embed="rId3">
              <a:alphaModFix/>
            </a:blip>
            <a:srcRect l="1557" t="1038" r="7837" b="47015"/>
            <a:stretch/>
          </p:blipFill>
          <p:spPr>
            <a:xfrm rot="5400000">
              <a:off x="-863858" y="841176"/>
              <a:ext cx="3611629" cy="1929302"/>
            </a:xfrm>
            <a:prstGeom prst="rect">
              <a:avLst/>
            </a:prstGeom>
            <a:noFill/>
            <a:ln>
              <a:noFill/>
            </a:ln>
          </p:spPr>
        </p:pic>
        <p:pic>
          <p:nvPicPr>
            <p:cNvPr id="354" name="Google Shape;354;p28"/>
            <p:cNvPicPr preferRelativeResize="0"/>
            <p:nvPr/>
          </p:nvPicPr>
          <p:blipFill rotWithShape="1">
            <a:blip r:embed="rId5">
              <a:alphaModFix/>
            </a:blip>
            <a:srcRect b="50443"/>
            <a:stretch/>
          </p:blipFill>
          <p:spPr>
            <a:xfrm rot="5400000">
              <a:off x="-230383" y="1816890"/>
              <a:ext cx="771750" cy="356382"/>
            </a:xfrm>
            <a:prstGeom prst="rect">
              <a:avLst/>
            </a:prstGeom>
            <a:noFill/>
            <a:ln>
              <a:noFill/>
            </a:ln>
          </p:spPr>
        </p:pic>
        <p:pic>
          <p:nvPicPr>
            <p:cNvPr id="355" name="Google Shape;355;p28"/>
            <p:cNvPicPr preferRelativeResize="0"/>
            <p:nvPr/>
          </p:nvPicPr>
          <p:blipFill rotWithShape="1">
            <a:blip r:embed="rId5">
              <a:alphaModFix/>
            </a:blip>
            <a:srcRect b="50443"/>
            <a:stretch/>
          </p:blipFill>
          <p:spPr>
            <a:xfrm rot="5400000">
              <a:off x="-517999" y="2755704"/>
              <a:ext cx="1840503" cy="849910"/>
            </a:xfrm>
            <a:prstGeom prst="rect">
              <a:avLst/>
            </a:prstGeom>
            <a:noFill/>
            <a:ln>
              <a:noFill/>
            </a:ln>
          </p:spPr>
        </p:pic>
        <p:pic>
          <p:nvPicPr>
            <p:cNvPr id="356" name="Google Shape;356;p28"/>
            <p:cNvPicPr preferRelativeResize="0"/>
            <p:nvPr/>
          </p:nvPicPr>
          <p:blipFill rotWithShape="1">
            <a:blip r:embed="rId4">
              <a:alphaModFix/>
            </a:blip>
            <a:srcRect l="11254" r="13011" b="50880"/>
            <a:stretch/>
          </p:blipFill>
          <p:spPr>
            <a:xfrm rot="5400000">
              <a:off x="-311303" y="3493776"/>
              <a:ext cx="1296169" cy="719015"/>
            </a:xfrm>
            <a:prstGeom prst="rect">
              <a:avLst/>
            </a:prstGeom>
            <a:noFill/>
            <a:ln>
              <a:noFill/>
            </a:ln>
          </p:spPr>
        </p:pic>
      </p:grpSp>
      <p:grpSp>
        <p:nvGrpSpPr>
          <p:cNvPr id="357" name="Google Shape;357;p28"/>
          <p:cNvGrpSpPr/>
          <p:nvPr/>
        </p:nvGrpSpPr>
        <p:grpSpPr>
          <a:xfrm rot="5400000">
            <a:off x="1303710" y="-1374389"/>
            <a:ext cx="1541149" cy="4289929"/>
            <a:chOff x="-22726" y="-218155"/>
            <a:chExt cx="1929330" cy="5370467"/>
          </a:xfrm>
        </p:grpSpPr>
        <p:pic>
          <p:nvPicPr>
            <p:cNvPr id="358" name="Google Shape;358;p28"/>
            <p:cNvPicPr preferRelativeResize="0"/>
            <p:nvPr/>
          </p:nvPicPr>
          <p:blipFill rotWithShape="1">
            <a:blip r:embed="rId3">
              <a:alphaModFix/>
            </a:blip>
            <a:srcRect l="5517" t="-5104" b="30034"/>
            <a:stretch/>
          </p:blipFill>
          <p:spPr>
            <a:xfrm rot="5400000">
              <a:off x="-361014" y="877812"/>
              <a:ext cx="2605925" cy="1929300"/>
            </a:xfrm>
            <a:prstGeom prst="rect">
              <a:avLst/>
            </a:prstGeom>
            <a:noFill/>
            <a:ln>
              <a:noFill/>
            </a:ln>
          </p:spPr>
        </p:pic>
        <p:pic>
          <p:nvPicPr>
            <p:cNvPr id="359" name="Google Shape;359;p28"/>
            <p:cNvPicPr preferRelativeResize="0"/>
            <p:nvPr/>
          </p:nvPicPr>
          <p:blipFill rotWithShape="1">
            <a:blip r:embed="rId4">
              <a:alphaModFix/>
            </a:blip>
            <a:srcRect l="11254" r="13011" b="50880"/>
            <a:stretch/>
          </p:blipFill>
          <p:spPr>
            <a:xfrm rot="5400000">
              <a:off x="-487394" y="1982825"/>
              <a:ext cx="2190249" cy="1214897"/>
            </a:xfrm>
            <a:prstGeom prst="rect">
              <a:avLst/>
            </a:prstGeom>
            <a:noFill/>
            <a:ln>
              <a:noFill/>
            </a:ln>
          </p:spPr>
        </p:pic>
        <p:pic>
          <p:nvPicPr>
            <p:cNvPr id="360" name="Google Shape;360;p28"/>
            <p:cNvPicPr preferRelativeResize="0"/>
            <p:nvPr/>
          </p:nvPicPr>
          <p:blipFill rotWithShape="1">
            <a:blip r:embed="rId3">
              <a:alphaModFix/>
            </a:blip>
            <a:srcRect t="4102" b="50813"/>
            <a:stretch/>
          </p:blipFill>
          <p:spPr>
            <a:xfrm rot="5400000">
              <a:off x="-838218" y="3098915"/>
              <a:ext cx="2891885" cy="1214897"/>
            </a:xfrm>
            <a:prstGeom prst="rect">
              <a:avLst/>
            </a:prstGeom>
            <a:noFill/>
            <a:ln>
              <a:noFill/>
            </a:ln>
          </p:spPr>
        </p:pic>
        <p:pic>
          <p:nvPicPr>
            <p:cNvPr id="361" name="Google Shape;361;p28"/>
            <p:cNvPicPr preferRelativeResize="0"/>
            <p:nvPr/>
          </p:nvPicPr>
          <p:blipFill rotWithShape="1">
            <a:blip r:embed="rId3">
              <a:alphaModFix/>
            </a:blip>
            <a:srcRect l="5517" t="-5104" b="30034"/>
            <a:stretch/>
          </p:blipFill>
          <p:spPr>
            <a:xfrm rot="5400000">
              <a:off x="-288575" y="3041699"/>
              <a:ext cx="2048200" cy="1516500"/>
            </a:xfrm>
            <a:prstGeom prst="rect">
              <a:avLst/>
            </a:prstGeom>
            <a:noFill/>
            <a:ln>
              <a:noFill/>
            </a:ln>
          </p:spPr>
        </p:pic>
        <p:pic>
          <p:nvPicPr>
            <p:cNvPr id="362" name="Google Shape;362;p28"/>
            <p:cNvPicPr preferRelativeResize="0"/>
            <p:nvPr/>
          </p:nvPicPr>
          <p:blipFill rotWithShape="1">
            <a:blip r:embed="rId4">
              <a:alphaModFix/>
            </a:blip>
            <a:srcRect l="11254" r="13011" b="50880"/>
            <a:stretch/>
          </p:blipFill>
          <p:spPr>
            <a:xfrm rot="5400000">
              <a:off x="-358012" y="2865168"/>
              <a:ext cx="1580494" cy="876739"/>
            </a:xfrm>
            <a:prstGeom prst="rect">
              <a:avLst/>
            </a:prstGeom>
            <a:noFill/>
            <a:ln>
              <a:noFill/>
            </a:ln>
          </p:spPr>
        </p:pic>
        <p:pic>
          <p:nvPicPr>
            <p:cNvPr id="363" name="Google Shape;363;p28"/>
            <p:cNvPicPr preferRelativeResize="0"/>
            <p:nvPr/>
          </p:nvPicPr>
          <p:blipFill rotWithShape="1">
            <a:blip r:embed="rId3">
              <a:alphaModFix/>
            </a:blip>
            <a:srcRect t="4102" b="50813"/>
            <a:stretch/>
          </p:blipFill>
          <p:spPr>
            <a:xfrm rot="5400000">
              <a:off x="-611169" y="3670544"/>
              <a:ext cx="2086798" cy="876739"/>
            </a:xfrm>
            <a:prstGeom prst="rect">
              <a:avLst/>
            </a:prstGeom>
            <a:noFill/>
            <a:ln>
              <a:noFill/>
            </a:ln>
          </p:spPr>
        </p:pic>
        <p:pic>
          <p:nvPicPr>
            <p:cNvPr id="364" name="Google Shape;364;p28"/>
            <p:cNvPicPr preferRelativeResize="0"/>
            <p:nvPr/>
          </p:nvPicPr>
          <p:blipFill rotWithShape="1">
            <a:blip r:embed="rId3">
              <a:alphaModFix/>
            </a:blip>
            <a:srcRect l="5518" t="-5104" r="50851" b="30034"/>
            <a:stretch/>
          </p:blipFill>
          <p:spPr>
            <a:xfrm rot="5400000">
              <a:off x="299210" y="3435074"/>
              <a:ext cx="1067033" cy="1710895"/>
            </a:xfrm>
            <a:prstGeom prst="rect">
              <a:avLst/>
            </a:prstGeom>
            <a:noFill/>
            <a:ln>
              <a:noFill/>
            </a:ln>
          </p:spPr>
        </p:pic>
        <p:pic>
          <p:nvPicPr>
            <p:cNvPr id="365" name="Google Shape;365;p28"/>
            <p:cNvPicPr preferRelativeResize="0"/>
            <p:nvPr/>
          </p:nvPicPr>
          <p:blipFill rotWithShape="1">
            <a:blip r:embed="rId5">
              <a:alphaModFix/>
            </a:blip>
            <a:srcRect b="50443"/>
            <a:stretch/>
          </p:blipFill>
          <p:spPr>
            <a:xfrm rot="5400000">
              <a:off x="-380108" y="4181573"/>
              <a:ext cx="1328116" cy="613343"/>
            </a:xfrm>
            <a:prstGeom prst="rect">
              <a:avLst/>
            </a:prstGeom>
            <a:noFill/>
            <a:ln>
              <a:noFill/>
            </a:ln>
          </p:spPr>
        </p:pic>
        <p:pic>
          <p:nvPicPr>
            <p:cNvPr id="366" name="Google Shape;366;p28"/>
            <p:cNvPicPr preferRelativeResize="0"/>
            <p:nvPr/>
          </p:nvPicPr>
          <p:blipFill rotWithShape="1">
            <a:blip r:embed="rId5">
              <a:alphaModFix/>
            </a:blip>
            <a:srcRect b="50443"/>
            <a:stretch/>
          </p:blipFill>
          <p:spPr>
            <a:xfrm rot="5400000">
              <a:off x="168668" y="4181573"/>
              <a:ext cx="1328116" cy="613343"/>
            </a:xfrm>
            <a:prstGeom prst="rect">
              <a:avLst/>
            </a:prstGeom>
            <a:noFill/>
            <a:ln>
              <a:noFill/>
            </a:ln>
          </p:spPr>
        </p:pic>
        <p:pic>
          <p:nvPicPr>
            <p:cNvPr id="367" name="Google Shape;367;p28"/>
            <p:cNvPicPr preferRelativeResize="0"/>
            <p:nvPr/>
          </p:nvPicPr>
          <p:blipFill rotWithShape="1">
            <a:blip r:embed="rId3">
              <a:alphaModFix/>
            </a:blip>
            <a:srcRect l="35435" t="1038" r="12098" b="47015"/>
            <a:stretch/>
          </p:blipFill>
          <p:spPr>
            <a:xfrm rot="5400000">
              <a:off x="-212794" y="-28057"/>
              <a:ext cx="2309495" cy="1929300"/>
            </a:xfrm>
            <a:prstGeom prst="rect">
              <a:avLst/>
            </a:prstGeom>
            <a:noFill/>
            <a:ln>
              <a:noFill/>
            </a:ln>
          </p:spPr>
        </p:pic>
        <p:pic>
          <p:nvPicPr>
            <p:cNvPr id="368" name="Google Shape;368;p28"/>
            <p:cNvPicPr preferRelativeResize="0"/>
            <p:nvPr/>
          </p:nvPicPr>
          <p:blipFill rotWithShape="1">
            <a:blip r:embed="rId5">
              <a:alphaModFix/>
            </a:blip>
            <a:srcRect b="50443"/>
            <a:stretch/>
          </p:blipFill>
          <p:spPr>
            <a:xfrm rot="5400000">
              <a:off x="-230383" y="1816890"/>
              <a:ext cx="771750" cy="356381"/>
            </a:xfrm>
            <a:prstGeom prst="rect">
              <a:avLst/>
            </a:prstGeom>
            <a:noFill/>
            <a:ln>
              <a:noFill/>
            </a:ln>
          </p:spPr>
        </p:pic>
        <p:pic>
          <p:nvPicPr>
            <p:cNvPr id="369" name="Google Shape;369;p28"/>
            <p:cNvPicPr preferRelativeResize="0"/>
            <p:nvPr/>
          </p:nvPicPr>
          <p:blipFill rotWithShape="1">
            <a:blip r:embed="rId5">
              <a:alphaModFix/>
            </a:blip>
            <a:srcRect b="50443"/>
            <a:stretch/>
          </p:blipFill>
          <p:spPr>
            <a:xfrm rot="5400000">
              <a:off x="-517999" y="2755704"/>
              <a:ext cx="1840503" cy="849910"/>
            </a:xfrm>
            <a:prstGeom prst="rect">
              <a:avLst/>
            </a:prstGeom>
            <a:noFill/>
            <a:ln>
              <a:noFill/>
            </a:ln>
          </p:spPr>
        </p:pic>
        <p:pic>
          <p:nvPicPr>
            <p:cNvPr id="370" name="Google Shape;370;p28"/>
            <p:cNvPicPr preferRelativeResize="0"/>
            <p:nvPr/>
          </p:nvPicPr>
          <p:blipFill rotWithShape="1">
            <a:blip r:embed="rId4">
              <a:alphaModFix/>
            </a:blip>
            <a:srcRect l="11254" r="13011" b="50880"/>
            <a:stretch/>
          </p:blipFill>
          <p:spPr>
            <a:xfrm rot="5400000">
              <a:off x="-311303" y="3493776"/>
              <a:ext cx="1296169" cy="719015"/>
            </a:xfrm>
            <a:prstGeom prst="rect">
              <a:avLst/>
            </a:prstGeom>
            <a:noFill/>
            <a:ln>
              <a:noFill/>
            </a:ln>
          </p:spPr>
        </p:pic>
      </p:grpSp>
      <p:sp>
        <p:nvSpPr>
          <p:cNvPr id="372" name="Google Shape;372;p28"/>
          <p:cNvSpPr txBox="1"/>
          <p:nvPr/>
        </p:nvSpPr>
        <p:spPr>
          <a:xfrm>
            <a:off x="276951" y="962361"/>
            <a:ext cx="7058100" cy="3231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2100"/>
              <a:buFont typeface="Arial"/>
              <a:buNone/>
            </a:pPr>
            <a:r>
              <a:rPr lang="en" sz="2100" b="1" i="0" u="sng" strike="noStrike" cap="none">
                <a:solidFill>
                  <a:srgbClr val="1F497D"/>
                </a:solidFill>
                <a:latin typeface="Playfair Display"/>
                <a:ea typeface="Playfair Display"/>
                <a:cs typeface="Playfair Display"/>
                <a:sym typeface="Playfair Display"/>
              </a:rPr>
              <a:t> Architecture &amp; Hardware-Software:</a:t>
            </a:r>
            <a:endParaRPr sz="2100" b="1" i="0" u="none" strike="noStrike" cap="none">
              <a:solidFill>
                <a:srgbClr val="1F497D"/>
              </a:solidFill>
              <a:latin typeface="Playfair Display"/>
              <a:ea typeface="Playfair Display"/>
              <a:cs typeface="Playfair Display"/>
              <a:sym typeface="Playfair Display"/>
            </a:endParaRPr>
          </a:p>
        </p:txBody>
      </p:sp>
      <p:pic>
        <p:nvPicPr>
          <p:cNvPr id="373" name="Google Shape;373;p28"/>
          <p:cNvPicPr preferRelativeResize="0"/>
          <p:nvPr/>
        </p:nvPicPr>
        <p:blipFill rotWithShape="1">
          <a:blip r:embed="rId6">
            <a:alphaModFix/>
          </a:blip>
          <a:srcRect/>
          <a:stretch/>
        </p:blipFill>
        <p:spPr>
          <a:xfrm>
            <a:off x="395425" y="4538950"/>
            <a:ext cx="475574" cy="475574"/>
          </a:xfrm>
          <a:prstGeom prst="rect">
            <a:avLst/>
          </a:prstGeom>
          <a:noFill/>
          <a:ln>
            <a:noFill/>
          </a:ln>
        </p:spPr>
      </p:pic>
      <p:sp>
        <p:nvSpPr>
          <p:cNvPr id="374" name="Google Shape;374;p28"/>
          <p:cNvSpPr txBox="1"/>
          <p:nvPr/>
        </p:nvSpPr>
        <p:spPr>
          <a:xfrm>
            <a:off x="871000" y="4667400"/>
            <a:ext cx="2274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IPS TECH COMMUNITY</a:t>
            </a:r>
            <a:endParaRPr sz="1400" b="1" i="0" u="none" strike="noStrike" cap="none">
              <a:solidFill>
                <a:srgbClr val="000000"/>
              </a:solidFill>
              <a:latin typeface="Calibri"/>
              <a:ea typeface="Calibri"/>
              <a:cs typeface="Calibri"/>
              <a:sym typeface="Calibri"/>
            </a:endParaRPr>
          </a:p>
        </p:txBody>
      </p:sp>
      <p:sp>
        <p:nvSpPr>
          <p:cNvPr id="375" name="Google Shape;375;p28"/>
          <p:cNvSpPr txBox="1"/>
          <p:nvPr/>
        </p:nvSpPr>
        <p:spPr>
          <a:xfrm>
            <a:off x="871000" y="4561338"/>
            <a:ext cx="1462800" cy="430800"/>
          </a:xfrm>
          <a:prstGeom prst="rect">
            <a:avLst/>
          </a:prstGeom>
          <a:noFill/>
          <a:ln>
            <a:noFill/>
          </a:ln>
        </p:spPr>
        <p:txBody>
          <a:bodyPr spcFirstLastPara="1" wrap="square" lIns="91425" tIns="91425" rIns="91425" bIns="91425" anchor="t" anchorCtr="0">
            <a:noAutofit/>
          </a:bodyPr>
          <a:lstStyle/>
          <a:p>
            <a:pPr marL="0" marR="0" lvl="0" indent="0" algn="l" rtl="0">
              <a:lnSpc>
                <a:spcPct val="130000"/>
              </a:lnSpc>
              <a:spcBef>
                <a:spcPts val="0"/>
              </a:spcBef>
              <a:spcAft>
                <a:spcPts val="0"/>
              </a:spcAft>
              <a:buClr>
                <a:srgbClr val="000000"/>
              </a:buClr>
              <a:buSzPts val="358"/>
              <a:buFont typeface="Arial"/>
              <a:buNone/>
            </a:pPr>
            <a:r>
              <a:rPr lang="en" sz="700" b="0" i="0" u="none" strike="noStrike" cap="none">
                <a:solidFill>
                  <a:schemeClr val="dk1"/>
                </a:solidFill>
                <a:latin typeface="Arial"/>
                <a:ea typeface="Arial"/>
                <a:cs typeface="Arial"/>
                <a:sym typeface="Arial"/>
              </a:rPr>
              <a:t>PYEXPO 2025</a:t>
            </a:r>
            <a:endParaRPr sz="7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358"/>
              <a:buFont typeface="Arial"/>
              <a:buNone/>
            </a:pPr>
            <a:endParaRPr sz="700" b="0" i="0" u="none" strike="noStrike" cap="none">
              <a:solidFill>
                <a:srgbClr val="0000FF"/>
              </a:solidFill>
              <a:latin typeface="Calibri"/>
              <a:ea typeface="Calibri"/>
              <a:cs typeface="Calibri"/>
              <a:sym typeface="Calibri"/>
            </a:endParaRPr>
          </a:p>
        </p:txBody>
      </p:sp>
      <p:pic>
        <p:nvPicPr>
          <p:cNvPr id="376" name="Google Shape;376;p28"/>
          <p:cNvPicPr preferRelativeResize="0"/>
          <p:nvPr/>
        </p:nvPicPr>
        <p:blipFill>
          <a:blip r:embed="rId7">
            <a:alphaModFix amt="11000"/>
          </a:blip>
          <a:stretch>
            <a:fillRect/>
          </a:stretch>
        </p:blipFill>
        <p:spPr>
          <a:xfrm>
            <a:off x="2874324" y="1498215"/>
            <a:ext cx="2946925" cy="2946925"/>
          </a:xfrm>
          <a:prstGeom prst="rect">
            <a:avLst/>
          </a:prstGeom>
          <a:noFill/>
          <a:ln>
            <a:noFill/>
          </a:ln>
        </p:spPr>
      </p:pic>
      <p:sp>
        <p:nvSpPr>
          <p:cNvPr id="7" name="TextBox 6">
            <a:extLst>
              <a:ext uri="{FF2B5EF4-FFF2-40B4-BE49-F238E27FC236}">
                <a16:creationId xmlns:a16="http://schemas.microsoft.com/office/drawing/2014/main" id="{D80C7287-956D-907C-26B5-D52A95B600A2}"/>
              </a:ext>
            </a:extLst>
          </p:cNvPr>
          <p:cNvSpPr txBox="1"/>
          <p:nvPr/>
        </p:nvSpPr>
        <p:spPr>
          <a:xfrm>
            <a:off x="5529452" y="1717442"/>
            <a:ext cx="314531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786B6B"/>
                </a:solidFill>
              </a:rPr>
              <a:t>Aqua Sentinel Hardware Tools</a:t>
            </a:r>
            <a:endParaRPr lang="en-US">
              <a:solidFill>
                <a:srgbClr val="786B6B"/>
              </a:solidFill>
            </a:endParaRPr>
          </a:p>
          <a:p>
            <a:pPr marL="285750" indent="-285750">
              <a:buFont typeface="Arial,Sans-Serif"/>
              <a:buChar char="•"/>
            </a:pPr>
            <a:r>
              <a:rPr lang="en-US" dirty="0">
                <a:solidFill>
                  <a:srgbClr val="273B68"/>
                </a:solidFill>
                <a:latin typeface="Yeseva One"/>
              </a:rPr>
              <a:t>ESP32</a:t>
            </a:r>
            <a:endParaRPr lang="en-US">
              <a:latin typeface="Yeseva One"/>
            </a:endParaRPr>
          </a:p>
          <a:p>
            <a:pPr marL="285750" indent="-285750">
              <a:buFont typeface="Arial,Sans-Serif"/>
              <a:buChar char="•"/>
            </a:pPr>
            <a:r>
              <a:rPr lang="en-US" dirty="0">
                <a:solidFill>
                  <a:srgbClr val="273B68"/>
                </a:solidFill>
                <a:latin typeface="Yeseva One"/>
              </a:rPr>
              <a:t>pH Sensor</a:t>
            </a:r>
            <a:endParaRPr lang="en-US">
              <a:latin typeface="Yeseva One"/>
            </a:endParaRPr>
          </a:p>
          <a:p>
            <a:pPr marL="285750" indent="-285750">
              <a:buFont typeface="Arial,Sans-Serif"/>
              <a:buChar char="•"/>
            </a:pPr>
            <a:r>
              <a:rPr lang="en-US" dirty="0">
                <a:solidFill>
                  <a:srgbClr val="273B68"/>
                </a:solidFill>
                <a:latin typeface="Yeseva One"/>
              </a:rPr>
              <a:t>TDS Meter</a:t>
            </a:r>
            <a:endParaRPr lang="en-US">
              <a:latin typeface="Yeseva One"/>
            </a:endParaRPr>
          </a:p>
          <a:p>
            <a:pPr marL="285750" indent="-285750">
              <a:buFont typeface="Arial,Sans-Serif"/>
              <a:buChar char="•"/>
            </a:pPr>
            <a:r>
              <a:rPr lang="en-US" dirty="0">
                <a:solidFill>
                  <a:srgbClr val="273B68"/>
                </a:solidFill>
                <a:latin typeface="Yeseva One"/>
              </a:rPr>
              <a:t>Temperature Sensor</a:t>
            </a:r>
            <a:endParaRPr lang="en-US">
              <a:latin typeface="Yeseva One"/>
            </a:endParaRPr>
          </a:p>
          <a:p>
            <a:pPr marL="285750" indent="-285750">
              <a:buFont typeface="Arial,Sans-Serif"/>
              <a:buChar char="•"/>
            </a:pPr>
            <a:r>
              <a:rPr lang="en-US" dirty="0">
                <a:solidFill>
                  <a:srgbClr val="273B68"/>
                </a:solidFill>
                <a:latin typeface="Yeseva One"/>
              </a:rPr>
              <a:t>IoT Module (Wi-Fi/GSM)</a:t>
            </a:r>
            <a:endParaRPr lang="en-US">
              <a:latin typeface="Yeseva One"/>
            </a:endParaRPr>
          </a:p>
          <a:p>
            <a:pPr marL="285750" indent="-285750">
              <a:buFont typeface="Arial,Sans-Serif"/>
              <a:buChar char="•"/>
            </a:pPr>
            <a:r>
              <a:rPr lang="en-US" dirty="0">
                <a:solidFill>
                  <a:srgbClr val="273B68"/>
                </a:solidFill>
                <a:latin typeface="Yeseva One"/>
              </a:rPr>
              <a:t>Power Supply (Battery/Solar)</a:t>
            </a:r>
            <a:endParaRPr lang="en-US">
              <a:latin typeface="Yeseva One"/>
            </a:endParaRPr>
          </a:p>
          <a:p>
            <a:pPr marL="285750" indent="-285750">
              <a:buFont typeface="Arial,Sans-Serif"/>
              <a:buChar char="•"/>
            </a:pPr>
            <a:r>
              <a:rPr lang="en-US" dirty="0">
                <a:solidFill>
                  <a:srgbClr val="273B68"/>
                </a:solidFill>
                <a:latin typeface="Yeseva One"/>
              </a:rPr>
              <a:t>PCB (Printed Circuit Board)</a:t>
            </a:r>
            <a:endParaRPr lang="en-US">
              <a:latin typeface="Yeseva One"/>
            </a:endParaRPr>
          </a:p>
          <a:p>
            <a:pPr marL="285750" indent="-285750">
              <a:buFont typeface="Arial,Sans-Serif"/>
              <a:buChar char="•"/>
            </a:pPr>
            <a:r>
              <a:rPr lang="en-US" dirty="0">
                <a:solidFill>
                  <a:srgbClr val="273B68"/>
                </a:solidFill>
                <a:latin typeface="Yeseva One"/>
              </a:rPr>
              <a:t>Jumper Wires &amp; Connectors</a:t>
            </a:r>
            <a:endParaRPr lang="en-US">
              <a:latin typeface="Yeseva One"/>
            </a:endParaRPr>
          </a:p>
          <a:p>
            <a:pPr marL="285750" indent="-285750">
              <a:buFont typeface="Arial,Sans-Serif"/>
              <a:buChar char="•"/>
            </a:pPr>
            <a:r>
              <a:rPr lang="en-US" dirty="0">
                <a:solidFill>
                  <a:srgbClr val="273B68"/>
                </a:solidFill>
                <a:latin typeface="Yeseva One"/>
              </a:rPr>
              <a:t>Waterproof Enclosure</a:t>
            </a:r>
            <a:endParaRPr lang="en-US">
              <a:latin typeface="Yeseva One"/>
            </a:endParaRPr>
          </a:p>
          <a:p>
            <a:endParaRPr lang="en-US" b="1" dirty="0">
              <a:solidFill>
                <a:srgbClr val="273B68"/>
              </a:solidFill>
              <a:latin typeface="Yeseva One"/>
            </a:endParaRPr>
          </a:p>
          <a:p>
            <a:endParaRPr lang="en-US" dirty="0">
              <a:latin typeface="Yeseva One"/>
            </a:endParaRPr>
          </a:p>
        </p:txBody>
      </p:sp>
      <p:sp>
        <p:nvSpPr>
          <p:cNvPr id="8" name="TextBox 7">
            <a:extLst>
              <a:ext uri="{FF2B5EF4-FFF2-40B4-BE49-F238E27FC236}">
                <a16:creationId xmlns:a16="http://schemas.microsoft.com/office/drawing/2014/main" id="{3C38C657-3D1A-418C-EE23-A2A4E72C8BB1}"/>
              </a:ext>
            </a:extLst>
          </p:cNvPr>
          <p:cNvSpPr txBox="1"/>
          <p:nvPr/>
        </p:nvSpPr>
        <p:spPr>
          <a:xfrm>
            <a:off x="589984" y="1719123"/>
            <a:ext cx="3395303"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786B6B"/>
                </a:solidFill>
              </a:rPr>
              <a:t>Aqua Sentinel Software Tools</a:t>
            </a:r>
            <a:endParaRPr lang="en-US" b="1">
              <a:solidFill>
                <a:srgbClr val="786B6B"/>
              </a:solidFill>
            </a:endParaRPr>
          </a:p>
          <a:p>
            <a:pPr marL="285750" indent="-285750">
              <a:buChar char="•"/>
            </a:pPr>
            <a:r>
              <a:rPr lang="en-US" dirty="0">
                <a:solidFill>
                  <a:srgbClr val="273B68"/>
                </a:solidFill>
                <a:latin typeface="Yeseva One"/>
              </a:rPr>
              <a:t>MQTT</a:t>
            </a:r>
            <a:endParaRPr lang="en-US">
              <a:latin typeface="Yeseva One"/>
            </a:endParaRPr>
          </a:p>
          <a:p>
            <a:pPr marL="285750" indent="-285750">
              <a:buChar char="•"/>
            </a:pPr>
            <a:r>
              <a:rPr lang="en-US" dirty="0">
                <a:solidFill>
                  <a:srgbClr val="273B68"/>
                </a:solidFill>
                <a:latin typeface="Yeseva One"/>
              </a:rPr>
              <a:t>AWS IoT and Google Cloud IoT and Azure IoT</a:t>
            </a:r>
            <a:endParaRPr lang="en-US">
              <a:latin typeface="Yeseva One"/>
            </a:endParaRPr>
          </a:p>
          <a:p>
            <a:pPr marL="285750" indent="-285750">
              <a:buChar char="•"/>
            </a:pPr>
            <a:r>
              <a:rPr lang="en-US" dirty="0">
                <a:solidFill>
                  <a:srgbClr val="273B68"/>
                </a:solidFill>
                <a:latin typeface="Yeseva One"/>
              </a:rPr>
              <a:t>Firebase</a:t>
            </a:r>
            <a:endParaRPr lang="en-US">
              <a:latin typeface="Yeseva One"/>
            </a:endParaRPr>
          </a:p>
          <a:p>
            <a:pPr marL="285750" indent="-285750">
              <a:buChar char="•"/>
            </a:pPr>
            <a:r>
              <a:rPr lang="en-US" dirty="0">
                <a:solidFill>
                  <a:srgbClr val="273B68"/>
                </a:solidFill>
                <a:latin typeface="Yeseva One"/>
              </a:rPr>
              <a:t>Arduino IDE</a:t>
            </a:r>
            <a:endParaRPr lang="en-US">
              <a:latin typeface="Yeseva One"/>
            </a:endParaRPr>
          </a:p>
          <a:p>
            <a:pPr marL="285750" indent="-285750">
              <a:buChar char="•"/>
            </a:pPr>
            <a:r>
              <a:rPr lang="en-US" dirty="0">
                <a:solidFill>
                  <a:srgbClr val="273B68"/>
                </a:solidFill>
                <a:latin typeface="Yeseva One"/>
              </a:rPr>
              <a:t>Node-RED</a:t>
            </a:r>
            <a:endParaRPr lang="en-US">
              <a:latin typeface="Yeseva One"/>
            </a:endParaRPr>
          </a:p>
          <a:p>
            <a:pPr marL="285750" indent="-285750">
              <a:buChar char="•"/>
            </a:pPr>
            <a:r>
              <a:rPr lang="en-US" dirty="0">
                <a:solidFill>
                  <a:srgbClr val="273B68"/>
                </a:solidFill>
                <a:latin typeface="Yeseva One"/>
              </a:rPr>
              <a:t>Grafana and Things Board</a:t>
            </a:r>
            <a:endParaRPr lang="en-US">
              <a:latin typeface="Yeseva One"/>
            </a:endParaRPr>
          </a:p>
          <a:p>
            <a:pPr marL="285750" indent="-285750">
              <a:buChar char="•"/>
            </a:pPr>
            <a:r>
              <a:rPr lang="en-US" dirty="0">
                <a:solidFill>
                  <a:srgbClr val="273B68"/>
                </a:solidFill>
                <a:latin typeface="Yeseva One"/>
              </a:rPr>
              <a:t>Flutter and React Native</a:t>
            </a:r>
            <a:endParaRPr lang="en-US">
              <a:latin typeface="Yeseva One"/>
            </a:endParaRPr>
          </a:p>
          <a:p>
            <a:pPr marL="285750" indent="-285750">
              <a:buChar char="•"/>
            </a:pPr>
            <a:r>
              <a:rPr lang="en-US" dirty="0">
                <a:solidFill>
                  <a:srgbClr val="273B68"/>
                </a:solidFill>
                <a:latin typeface="Yeseva One"/>
              </a:rPr>
              <a:t>React and Angular</a:t>
            </a:r>
            <a:endParaRPr lang="en-US">
              <a:latin typeface="Yeseva One"/>
            </a:endParaRPr>
          </a:p>
          <a:p>
            <a:pPr marL="285750" indent="-285750">
              <a:buChar char="•"/>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grpSp>
        <p:nvGrpSpPr>
          <p:cNvPr id="381" name="Google Shape;381;p29"/>
          <p:cNvGrpSpPr/>
          <p:nvPr/>
        </p:nvGrpSpPr>
        <p:grpSpPr>
          <a:xfrm flipH="1">
            <a:off x="6777212" y="-48"/>
            <a:ext cx="2366780" cy="5143554"/>
            <a:chOff x="-22726" y="0"/>
            <a:chExt cx="2370810" cy="5152313"/>
          </a:xfrm>
        </p:grpSpPr>
        <p:pic>
          <p:nvPicPr>
            <p:cNvPr id="382" name="Google Shape;382;p29"/>
            <p:cNvPicPr preferRelativeResize="0"/>
            <p:nvPr/>
          </p:nvPicPr>
          <p:blipFill rotWithShape="1">
            <a:blip r:embed="rId3">
              <a:alphaModFix/>
            </a:blip>
            <a:srcRect l="5517" t="-5104" b="30034"/>
            <a:stretch/>
          </p:blipFill>
          <p:spPr>
            <a:xfrm rot="5400000">
              <a:off x="-361014" y="877812"/>
              <a:ext cx="2605925" cy="1929300"/>
            </a:xfrm>
            <a:prstGeom prst="rect">
              <a:avLst/>
            </a:prstGeom>
            <a:noFill/>
            <a:ln>
              <a:noFill/>
            </a:ln>
          </p:spPr>
        </p:pic>
        <p:pic>
          <p:nvPicPr>
            <p:cNvPr id="383" name="Google Shape;383;p29"/>
            <p:cNvPicPr preferRelativeResize="0"/>
            <p:nvPr/>
          </p:nvPicPr>
          <p:blipFill rotWithShape="1">
            <a:blip r:embed="rId4">
              <a:alphaModFix/>
            </a:blip>
            <a:srcRect l="11254" r="13011" b="50880"/>
            <a:stretch/>
          </p:blipFill>
          <p:spPr>
            <a:xfrm rot="5400000">
              <a:off x="-487394" y="1982825"/>
              <a:ext cx="2190249" cy="1214897"/>
            </a:xfrm>
            <a:prstGeom prst="rect">
              <a:avLst/>
            </a:prstGeom>
            <a:noFill/>
            <a:ln>
              <a:noFill/>
            </a:ln>
          </p:spPr>
        </p:pic>
        <p:pic>
          <p:nvPicPr>
            <p:cNvPr id="384" name="Google Shape;384;p29"/>
            <p:cNvPicPr preferRelativeResize="0"/>
            <p:nvPr/>
          </p:nvPicPr>
          <p:blipFill rotWithShape="1">
            <a:blip r:embed="rId3">
              <a:alphaModFix/>
            </a:blip>
            <a:srcRect t="4102" b="50813"/>
            <a:stretch/>
          </p:blipFill>
          <p:spPr>
            <a:xfrm rot="5400000">
              <a:off x="-838218" y="3098916"/>
              <a:ext cx="2891885" cy="1214897"/>
            </a:xfrm>
            <a:prstGeom prst="rect">
              <a:avLst/>
            </a:prstGeom>
            <a:noFill/>
            <a:ln>
              <a:noFill/>
            </a:ln>
          </p:spPr>
        </p:pic>
        <p:pic>
          <p:nvPicPr>
            <p:cNvPr id="385" name="Google Shape;385;p29"/>
            <p:cNvPicPr preferRelativeResize="0"/>
            <p:nvPr/>
          </p:nvPicPr>
          <p:blipFill rotWithShape="1">
            <a:blip r:embed="rId3">
              <a:alphaModFix/>
            </a:blip>
            <a:srcRect l="5516" t="-5104" r="37550" b="30034"/>
            <a:stretch/>
          </p:blipFill>
          <p:spPr>
            <a:xfrm rot="5400000">
              <a:off x="197874" y="2998120"/>
              <a:ext cx="1929638" cy="2370781"/>
            </a:xfrm>
            <a:prstGeom prst="rect">
              <a:avLst/>
            </a:prstGeom>
            <a:noFill/>
            <a:ln>
              <a:noFill/>
            </a:ln>
          </p:spPr>
        </p:pic>
        <p:pic>
          <p:nvPicPr>
            <p:cNvPr id="386" name="Google Shape;386;p29"/>
            <p:cNvPicPr preferRelativeResize="0"/>
            <p:nvPr/>
          </p:nvPicPr>
          <p:blipFill rotWithShape="1">
            <a:blip r:embed="rId3">
              <a:alphaModFix/>
            </a:blip>
            <a:srcRect l="5517" t="-5104" b="30034"/>
            <a:stretch/>
          </p:blipFill>
          <p:spPr>
            <a:xfrm rot="5400000">
              <a:off x="-288575" y="3041699"/>
              <a:ext cx="2048200" cy="1516500"/>
            </a:xfrm>
            <a:prstGeom prst="rect">
              <a:avLst/>
            </a:prstGeom>
            <a:noFill/>
            <a:ln>
              <a:noFill/>
            </a:ln>
          </p:spPr>
        </p:pic>
        <p:pic>
          <p:nvPicPr>
            <p:cNvPr id="387" name="Google Shape;387;p29"/>
            <p:cNvPicPr preferRelativeResize="0"/>
            <p:nvPr/>
          </p:nvPicPr>
          <p:blipFill rotWithShape="1">
            <a:blip r:embed="rId4">
              <a:alphaModFix/>
            </a:blip>
            <a:srcRect l="11254" r="13011" b="50880"/>
            <a:stretch/>
          </p:blipFill>
          <p:spPr>
            <a:xfrm rot="5400000">
              <a:off x="-358013" y="2865168"/>
              <a:ext cx="1580494" cy="876739"/>
            </a:xfrm>
            <a:prstGeom prst="rect">
              <a:avLst/>
            </a:prstGeom>
            <a:noFill/>
            <a:ln>
              <a:noFill/>
            </a:ln>
          </p:spPr>
        </p:pic>
        <p:pic>
          <p:nvPicPr>
            <p:cNvPr id="388" name="Google Shape;388;p29"/>
            <p:cNvPicPr preferRelativeResize="0"/>
            <p:nvPr/>
          </p:nvPicPr>
          <p:blipFill rotWithShape="1">
            <a:blip r:embed="rId3">
              <a:alphaModFix/>
            </a:blip>
            <a:srcRect t="4102" b="50813"/>
            <a:stretch/>
          </p:blipFill>
          <p:spPr>
            <a:xfrm rot="5400000">
              <a:off x="-611169" y="3670544"/>
              <a:ext cx="2086798" cy="876739"/>
            </a:xfrm>
            <a:prstGeom prst="rect">
              <a:avLst/>
            </a:prstGeom>
            <a:noFill/>
            <a:ln>
              <a:noFill/>
            </a:ln>
          </p:spPr>
        </p:pic>
        <p:pic>
          <p:nvPicPr>
            <p:cNvPr id="389" name="Google Shape;389;p29"/>
            <p:cNvPicPr preferRelativeResize="0"/>
            <p:nvPr/>
          </p:nvPicPr>
          <p:blipFill rotWithShape="1">
            <a:blip r:embed="rId3">
              <a:alphaModFix/>
            </a:blip>
            <a:srcRect l="5518" t="-5104" r="50851" b="30034"/>
            <a:stretch/>
          </p:blipFill>
          <p:spPr>
            <a:xfrm rot="5400000">
              <a:off x="299210" y="3435075"/>
              <a:ext cx="1067033" cy="1710895"/>
            </a:xfrm>
            <a:prstGeom prst="rect">
              <a:avLst/>
            </a:prstGeom>
            <a:noFill/>
            <a:ln>
              <a:noFill/>
            </a:ln>
          </p:spPr>
        </p:pic>
        <p:pic>
          <p:nvPicPr>
            <p:cNvPr id="390" name="Google Shape;390;p29"/>
            <p:cNvPicPr preferRelativeResize="0"/>
            <p:nvPr/>
          </p:nvPicPr>
          <p:blipFill rotWithShape="1">
            <a:blip r:embed="rId5">
              <a:alphaModFix/>
            </a:blip>
            <a:srcRect b="50443"/>
            <a:stretch/>
          </p:blipFill>
          <p:spPr>
            <a:xfrm rot="5400000">
              <a:off x="-380108" y="4181573"/>
              <a:ext cx="1328116" cy="613343"/>
            </a:xfrm>
            <a:prstGeom prst="rect">
              <a:avLst/>
            </a:prstGeom>
            <a:noFill/>
            <a:ln>
              <a:noFill/>
            </a:ln>
          </p:spPr>
        </p:pic>
        <p:pic>
          <p:nvPicPr>
            <p:cNvPr id="391" name="Google Shape;391;p29"/>
            <p:cNvPicPr preferRelativeResize="0"/>
            <p:nvPr/>
          </p:nvPicPr>
          <p:blipFill rotWithShape="1">
            <a:blip r:embed="rId5">
              <a:alphaModFix/>
            </a:blip>
            <a:srcRect b="50443"/>
            <a:stretch/>
          </p:blipFill>
          <p:spPr>
            <a:xfrm rot="5400000">
              <a:off x="71478" y="4181573"/>
              <a:ext cx="1328116" cy="613343"/>
            </a:xfrm>
            <a:prstGeom prst="rect">
              <a:avLst/>
            </a:prstGeom>
            <a:noFill/>
            <a:ln>
              <a:noFill/>
            </a:ln>
          </p:spPr>
        </p:pic>
        <p:pic>
          <p:nvPicPr>
            <p:cNvPr id="392" name="Google Shape;392;p29"/>
            <p:cNvPicPr preferRelativeResize="0"/>
            <p:nvPr/>
          </p:nvPicPr>
          <p:blipFill rotWithShape="1">
            <a:blip r:embed="rId3">
              <a:alphaModFix/>
            </a:blip>
            <a:srcRect l="35435" t="1038" r="12098" b="47015"/>
            <a:stretch/>
          </p:blipFill>
          <p:spPr>
            <a:xfrm rot="5400000">
              <a:off x="-103713" y="81012"/>
              <a:ext cx="2091325" cy="1929300"/>
            </a:xfrm>
            <a:prstGeom prst="rect">
              <a:avLst/>
            </a:prstGeom>
            <a:noFill/>
            <a:ln>
              <a:noFill/>
            </a:ln>
          </p:spPr>
        </p:pic>
        <p:pic>
          <p:nvPicPr>
            <p:cNvPr id="393" name="Google Shape;393;p29"/>
            <p:cNvPicPr preferRelativeResize="0"/>
            <p:nvPr/>
          </p:nvPicPr>
          <p:blipFill rotWithShape="1">
            <a:blip r:embed="rId5">
              <a:alphaModFix/>
            </a:blip>
            <a:srcRect b="50443"/>
            <a:stretch/>
          </p:blipFill>
          <p:spPr>
            <a:xfrm rot="5400000">
              <a:off x="-230383" y="1816890"/>
              <a:ext cx="771750" cy="356382"/>
            </a:xfrm>
            <a:prstGeom prst="rect">
              <a:avLst/>
            </a:prstGeom>
            <a:noFill/>
            <a:ln>
              <a:noFill/>
            </a:ln>
          </p:spPr>
        </p:pic>
        <p:pic>
          <p:nvPicPr>
            <p:cNvPr id="394" name="Google Shape;394;p29"/>
            <p:cNvPicPr preferRelativeResize="0"/>
            <p:nvPr/>
          </p:nvPicPr>
          <p:blipFill rotWithShape="1">
            <a:blip r:embed="rId5">
              <a:alphaModFix/>
            </a:blip>
            <a:srcRect b="50443"/>
            <a:stretch/>
          </p:blipFill>
          <p:spPr>
            <a:xfrm rot="5400000">
              <a:off x="-517999" y="2755704"/>
              <a:ext cx="1840503" cy="849910"/>
            </a:xfrm>
            <a:prstGeom prst="rect">
              <a:avLst/>
            </a:prstGeom>
            <a:noFill/>
            <a:ln>
              <a:noFill/>
            </a:ln>
          </p:spPr>
        </p:pic>
        <p:pic>
          <p:nvPicPr>
            <p:cNvPr id="395" name="Google Shape;395;p29"/>
            <p:cNvPicPr preferRelativeResize="0"/>
            <p:nvPr/>
          </p:nvPicPr>
          <p:blipFill rotWithShape="1">
            <a:blip r:embed="rId4">
              <a:alphaModFix/>
            </a:blip>
            <a:srcRect l="11254" r="13011" b="50880"/>
            <a:stretch/>
          </p:blipFill>
          <p:spPr>
            <a:xfrm rot="5400000">
              <a:off x="-311303" y="3493776"/>
              <a:ext cx="1296169" cy="719015"/>
            </a:xfrm>
            <a:prstGeom prst="rect">
              <a:avLst/>
            </a:prstGeom>
            <a:noFill/>
            <a:ln>
              <a:noFill/>
            </a:ln>
          </p:spPr>
        </p:pic>
      </p:grpSp>
      <p:sp>
        <p:nvSpPr>
          <p:cNvPr id="397" name="Google Shape;397;p29"/>
          <p:cNvSpPr txBox="1"/>
          <p:nvPr/>
        </p:nvSpPr>
        <p:spPr>
          <a:xfrm>
            <a:off x="330525" y="524875"/>
            <a:ext cx="6372900" cy="3231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2100"/>
              <a:buFont typeface="Arial"/>
              <a:buNone/>
            </a:pPr>
            <a:r>
              <a:rPr lang="en" sz="2100" b="1" i="0" u="sng" strike="noStrike" cap="none">
                <a:solidFill>
                  <a:srgbClr val="1F497D"/>
                </a:solidFill>
                <a:latin typeface="Playfair Display"/>
                <a:ea typeface="Playfair Display"/>
                <a:cs typeface="Playfair Display"/>
                <a:sym typeface="Playfair Display"/>
              </a:rPr>
              <a:t>Demo: </a:t>
            </a:r>
            <a:endParaRPr sz="2100" b="1" i="0" u="none" strike="noStrike" cap="none">
              <a:solidFill>
                <a:srgbClr val="1F497D"/>
              </a:solidFill>
              <a:latin typeface="Playfair Display"/>
              <a:ea typeface="Playfair Display"/>
              <a:cs typeface="Playfair Display"/>
              <a:sym typeface="Playfair Display"/>
            </a:endParaRPr>
          </a:p>
        </p:txBody>
      </p:sp>
      <p:pic>
        <p:nvPicPr>
          <p:cNvPr id="398" name="Google Shape;398;p29"/>
          <p:cNvPicPr preferRelativeResize="0"/>
          <p:nvPr/>
        </p:nvPicPr>
        <p:blipFill rotWithShape="1">
          <a:blip r:embed="rId6">
            <a:alphaModFix/>
          </a:blip>
          <a:srcRect/>
          <a:stretch/>
        </p:blipFill>
        <p:spPr>
          <a:xfrm>
            <a:off x="395425" y="4538950"/>
            <a:ext cx="475574" cy="475574"/>
          </a:xfrm>
          <a:prstGeom prst="rect">
            <a:avLst/>
          </a:prstGeom>
          <a:noFill/>
          <a:ln>
            <a:noFill/>
          </a:ln>
        </p:spPr>
      </p:pic>
      <p:sp>
        <p:nvSpPr>
          <p:cNvPr id="399" name="Google Shape;399;p29"/>
          <p:cNvSpPr txBox="1"/>
          <p:nvPr/>
        </p:nvSpPr>
        <p:spPr>
          <a:xfrm>
            <a:off x="871000" y="4667400"/>
            <a:ext cx="2274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IPS TECH COMMUNITY</a:t>
            </a:r>
            <a:endParaRPr sz="1400" b="1" i="0" u="none" strike="noStrike" cap="none">
              <a:solidFill>
                <a:srgbClr val="000000"/>
              </a:solidFill>
              <a:latin typeface="Calibri"/>
              <a:ea typeface="Calibri"/>
              <a:cs typeface="Calibri"/>
              <a:sym typeface="Calibri"/>
            </a:endParaRPr>
          </a:p>
        </p:txBody>
      </p:sp>
      <p:sp>
        <p:nvSpPr>
          <p:cNvPr id="400" name="Google Shape;400;p29"/>
          <p:cNvSpPr txBox="1"/>
          <p:nvPr/>
        </p:nvSpPr>
        <p:spPr>
          <a:xfrm>
            <a:off x="871000" y="4561338"/>
            <a:ext cx="1462800" cy="430800"/>
          </a:xfrm>
          <a:prstGeom prst="rect">
            <a:avLst/>
          </a:prstGeom>
          <a:noFill/>
          <a:ln>
            <a:noFill/>
          </a:ln>
        </p:spPr>
        <p:txBody>
          <a:bodyPr spcFirstLastPara="1" wrap="square" lIns="91425" tIns="91425" rIns="91425" bIns="91425" anchor="t" anchorCtr="0">
            <a:noAutofit/>
          </a:bodyPr>
          <a:lstStyle/>
          <a:p>
            <a:pPr marL="0" marR="0" lvl="0" indent="0" algn="l" rtl="0">
              <a:lnSpc>
                <a:spcPct val="130000"/>
              </a:lnSpc>
              <a:spcBef>
                <a:spcPts val="0"/>
              </a:spcBef>
              <a:spcAft>
                <a:spcPts val="0"/>
              </a:spcAft>
              <a:buClr>
                <a:srgbClr val="000000"/>
              </a:buClr>
              <a:buSzPts val="358"/>
              <a:buFont typeface="Arial"/>
              <a:buNone/>
            </a:pPr>
            <a:r>
              <a:rPr lang="en" sz="700" b="0" i="0" u="none" strike="noStrike" cap="none">
                <a:solidFill>
                  <a:schemeClr val="dk1"/>
                </a:solidFill>
                <a:latin typeface="Arial"/>
                <a:ea typeface="Arial"/>
                <a:cs typeface="Arial"/>
                <a:sym typeface="Arial"/>
              </a:rPr>
              <a:t>PYEXPO 2025</a:t>
            </a:r>
            <a:endParaRPr sz="7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358"/>
              <a:buFont typeface="Arial"/>
              <a:buNone/>
            </a:pPr>
            <a:endParaRPr sz="700" b="0" i="0" u="none" strike="noStrike" cap="none">
              <a:solidFill>
                <a:srgbClr val="0000FF"/>
              </a:solidFill>
              <a:latin typeface="Calibri"/>
              <a:ea typeface="Calibri"/>
              <a:cs typeface="Calibri"/>
              <a:sym typeface="Calibri"/>
            </a:endParaRPr>
          </a:p>
        </p:txBody>
      </p:sp>
      <p:pic>
        <p:nvPicPr>
          <p:cNvPr id="401" name="Google Shape;401;p29"/>
          <p:cNvPicPr preferRelativeResize="0"/>
          <p:nvPr/>
        </p:nvPicPr>
        <p:blipFill>
          <a:blip r:embed="rId7">
            <a:alphaModFix amt="11000"/>
          </a:blip>
          <a:stretch>
            <a:fillRect/>
          </a:stretch>
        </p:blipFill>
        <p:spPr>
          <a:xfrm>
            <a:off x="2911350" y="1098250"/>
            <a:ext cx="2946925" cy="2946925"/>
          </a:xfrm>
          <a:prstGeom prst="rect">
            <a:avLst/>
          </a:prstGeom>
          <a:noFill/>
          <a:ln>
            <a:noFill/>
          </a:ln>
        </p:spPr>
      </p:pic>
      <p:pic>
        <p:nvPicPr>
          <p:cNvPr id="3" name="Picture 2" descr="A close-up of a computer chip&#10;&#10;AI-generated content may be incorrect.">
            <a:extLst>
              <a:ext uri="{FF2B5EF4-FFF2-40B4-BE49-F238E27FC236}">
                <a16:creationId xmlns:a16="http://schemas.microsoft.com/office/drawing/2014/main" id="{20F409B5-BDBD-44A3-8A1B-D5F7B691F317}"/>
              </a:ext>
            </a:extLst>
          </p:cNvPr>
          <p:cNvPicPr>
            <a:picLocks noChangeAspect="1"/>
          </p:cNvPicPr>
          <p:nvPr/>
        </p:nvPicPr>
        <p:blipFill>
          <a:blip r:embed="rId8"/>
          <a:stretch>
            <a:fillRect/>
          </a:stretch>
        </p:blipFill>
        <p:spPr>
          <a:xfrm>
            <a:off x="726509" y="1100818"/>
            <a:ext cx="7456118" cy="3278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7" name="Google Shape;407;p30"/>
          <p:cNvSpPr txBox="1"/>
          <p:nvPr/>
        </p:nvSpPr>
        <p:spPr>
          <a:xfrm>
            <a:off x="524775" y="445638"/>
            <a:ext cx="7145400" cy="3231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2100"/>
              <a:buFont typeface="Arial"/>
              <a:buNone/>
            </a:pPr>
            <a:r>
              <a:rPr lang="en" sz="2100" b="1" i="0" u="sng" strike="noStrike" cap="none">
                <a:solidFill>
                  <a:srgbClr val="1F497D"/>
                </a:solidFill>
                <a:latin typeface="Arial"/>
                <a:ea typeface="Arial"/>
                <a:cs typeface="Arial"/>
                <a:sym typeface="Arial"/>
              </a:rPr>
              <a:t>Impact and Future Scope:</a:t>
            </a:r>
            <a:endParaRPr sz="2100" b="1" i="0" u="none" strike="noStrike" cap="none">
              <a:solidFill>
                <a:srgbClr val="1F497D"/>
              </a:solidFill>
              <a:latin typeface="Arial"/>
              <a:ea typeface="Arial"/>
              <a:cs typeface="Arial"/>
              <a:sym typeface="Arial"/>
            </a:endParaRPr>
          </a:p>
        </p:txBody>
      </p:sp>
      <p:sp>
        <p:nvSpPr>
          <p:cNvPr id="408" name="Google Shape;408;p30"/>
          <p:cNvSpPr txBox="1"/>
          <p:nvPr/>
        </p:nvSpPr>
        <p:spPr>
          <a:xfrm>
            <a:off x="524775" y="3398140"/>
            <a:ext cx="7145400" cy="3231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2100"/>
              <a:buFont typeface="Arial"/>
              <a:buNone/>
            </a:pPr>
            <a:r>
              <a:rPr lang="en" sz="2100" b="1" i="0" u="sng" strike="noStrike" cap="none">
                <a:solidFill>
                  <a:srgbClr val="1F497D"/>
                </a:solidFill>
                <a:latin typeface="Arial"/>
                <a:ea typeface="Arial"/>
                <a:cs typeface="Arial"/>
                <a:sym typeface="Arial"/>
              </a:rPr>
              <a:t>Research and References:</a:t>
            </a:r>
            <a:endParaRPr sz="2100" b="1" i="0" u="none" strike="noStrike" cap="none">
              <a:solidFill>
                <a:srgbClr val="1F497D"/>
              </a:solidFill>
              <a:latin typeface="Arial"/>
              <a:ea typeface="Arial"/>
              <a:cs typeface="Arial"/>
              <a:sym typeface="Arial"/>
            </a:endParaRPr>
          </a:p>
        </p:txBody>
      </p:sp>
      <p:sp>
        <p:nvSpPr>
          <p:cNvPr id="409" name="Google Shape;409;p30"/>
          <p:cNvSpPr txBox="1"/>
          <p:nvPr/>
        </p:nvSpPr>
        <p:spPr>
          <a:xfrm>
            <a:off x="532945" y="3839088"/>
            <a:ext cx="7145400" cy="261610"/>
          </a:xfrm>
          <a:prstGeom prst="rect">
            <a:avLst/>
          </a:prstGeom>
          <a:noFill/>
          <a:ln>
            <a:noFill/>
          </a:ln>
        </p:spPr>
        <p:txBody>
          <a:bodyPr spcFirstLastPara="1" wrap="square" lIns="0" tIns="0" rIns="0" bIns="0" anchor="t" anchorCtr="0">
            <a:spAutoFit/>
          </a:bodyPr>
          <a:lstStyle/>
          <a:p>
            <a:pPr marL="0" marR="0" lvl="0" indent="0" algn="just" rtl="0">
              <a:lnSpc>
                <a:spcPct val="100000"/>
              </a:lnSpc>
              <a:spcBef>
                <a:spcPts val="0"/>
              </a:spcBef>
              <a:spcAft>
                <a:spcPts val="0"/>
              </a:spcAft>
              <a:buClr>
                <a:srgbClr val="000000"/>
              </a:buClr>
              <a:buSzPts val="1700"/>
              <a:buFont typeface="Arial"/>
              <a:buNone/>
            </a:pPr>
            <a:r>
              <a:rPr lang="en" sz="1700" dirty="0"/>
              <a:t>www.dgahgsgi</a:t>
            </a:r>
            <a:endParaRPr lang="en" sz="1700" b="0" i="0" u="none" strike="noStrike" cap="none" dirty="0">
              <a:solidFill>
                <a:srgbClr val="000000"/>
              </a:solidFill>
              <a:latin typeface="Arial"/>
              <a:ea typeface="Arial"/>
              <a:cs typeface="Arial"/>
            </a:endParaRPr>
          </a:p>
        </p:txBody>
      </p:sp>
      <p:pic>
        <p:nvPicPr>
          <p:cNvPr id="410" name="Google Shape;410;p30"/>
          <p:cNvPicPr preferRelativeResize="0"/>
          <p:nvPr/>
        </p:nvPicPr>
        <p:blipFill rotWithShape="1">
          <a:blip r:embed="rId3">
            <a:alphaModFix/>
          </a:blip>
          <a:srcRect/>
          <a:stretch/>
        </p:blipFill>
        <p:spPr>
          <a:xfrm>
            <a:off x="395425" y="4538950"/>
            <a:ext cx="475574" cy="475574"/>
          </a:xfrm>
          <a:prstGeom prst="rect">
            <a:avLst/>
          </a:prstGeom>
          <a:noFill/>
          <a:ln>
            <a:noFill/>
          </a:ln>
        </p:spPr>
      </p:pic>
      <p:sp>
        <p:nvSpPr>
          <p:cNvPr id="411" name="Google Shape;411;p30"/>
          <p:cNvSpPr txBox="1"/>
          <p:nvPr/>
        </p:nvSpPr>
        <p:spPr>
          <a:xfrm>
            <a:off x="871000" y="4667400"/>
            <a:ext cx="2274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IPS TECH COMMUNITY</a:t>
            </a:r>
            <a:endParaRPr sz="1400" b="1" i="0" u="none" strike="noStrike" cap="none">
              <a:solidFill>
                <a:srgbClr val="000000"/>
              </a:solidFill>
              <a:latin typeface="Calibri"/>
              <a:ea typeface="Calibri"/>
              <a:cs typeface="Calibri"/>
              <a:sym typeface="Calibri"/>
            </a:endParaRPr>
          </a:p>
        </p:txBody>
      </p:sp>
      <p:sp>
        <p:nvSpPr>
          <p:cNvPr id="412" name="Google Shape;412;p30"/>
          <p:cNvSpPr txBox="1"/>
          <p:nvPr/>
        </p:nvSpPr>
        <p:spPr>
          <a:xfrm>
            <a:off x="871000" y="4561338"/>
            <a:ext cx="1462800" cy="430800"/>
          </a:xfrm>
          <a:prstGeom prst="rect">
            <a:avLst/>
          </a:prstGeom>
          <a:noFill/>
          <a:ln>
            <a:noFill/>
          </a:ln>
        </p:spPr>
        <p:txBody>
          <a:bodyPr spcFirstLastPara="1" wrap="square" lIns="91425" tIns="91425" rIns="91425" bIns="91425" anchor="t" anchorCtr="0">
            <a:noAutofit/>
          </a:bodyPr>
          <a:lstStyle/>
          <a:p>
            <a:pPr marL="0" marR="0" lvl="0" indent="0" algn="l" rtl="0">
              <a:lnSpc>
                <a:spcPct val="130000"/>
              </a:lnSpc>
              <a:spcBef>
                <a:spcPts val="0"/>
              </a:spcBef>
              <a:spcAft>
                <a:spcPts val="0"/>
              </a:spcAft>
              <a:buClr>
                <a:srgbClr val="000000"/>
              </a:buClr>
              <a:buSzPts val="358"/>
              <a:buFont typeface="Arial"/>
              <a:buNone/>
            </a:pPr>
            <a:r>
              <a:rPr lang="en" sz="700" b="0" i="0" u="none" strike="noStrike" cap="none">
                <a:solidFill>
                  <a:schemeClr val="dk1"/>
                </a:solidFill>
                <a:latin typeface="Arial"/>
                <a:ea typeface="Arial"/>
                <a:cs typeface="Arial"/>
                <a:sym typeface="Arial"/>
              </a:rPr>
              <a:t>PYEXPO 2025</a:t>
            </a:r>
            <a:endParaRPr sz="7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358"/>
              <a:buFont typeface="Arial"/>
              <a:buNone/>
            </a:pPr>
            <a:endParaRPr sz="700" b="0" i="0" u="none" strike="noStrike" cap="none">
              <a:solidFill>
                <a:srgbClr val="0000FF"/>
              </a:solidFill>
              <a:latin typeface="Calibri"/>
              <a:ea typeface="Calibri"/>
              <a:cs typeface="Calibri"/>
              <a:sym typeface="Calibri"/>
            </a:endParaRPr>
          </a:p>
        </p:txBody>
      </p:sp>
      <p:pic>
        <p:nvPicPr>
          <p:cNvPr id="413" name="Google Shape;413;p30"/>
          <p:cNvPicPr preferRelativeResize="0"/>
          <p:nvPr/>
        </p:nvPicPr>
        <p:blipFill>
          <a:blip r:embed="rId4">
            <a:alphaModFix amt="11000"/>
          </a:blip>
          <a:stretch>
            <a:fillRect/>
          </a:stretch>
        </p:blipFill>
        <p:spPr>
          <a:xfrm>
            <a:off x="3089025" y="1286838"/>
            <a:ext cx="2946925" cy="2946925"/>
          </a:xfrm>
          <a:prstGeom prst="rect">
            <a:avLst/>
          </a:prstGeom>
          <a:noFill/>
          <a:ln>
            <a:noFill/>
          </a:ln>
        </p:spPr>
      </p:pic>
      <p:sp>
        <p:nvSpPr>
          <p:cNvPr id="2" name="TextBox 1">
            <a:extLst>
              <a:ext uri="{FF2B5EF4-FFF2-40B4-BE49-F238E27FC236}">
                <a16:creationId xmlns:a16="http://schemas.microsoft.com/office/drawing/2014/main" id="{914E735B-FC7E-A8CE-6DB1-CEFAB275ABF1}"/>
              </a:ext>
            </a:extLst>
          </p:cNvPr>
          <p:cNvSpPr txBox="1"/>
          <p:nvPr/>
        </p:nvSpPr>
        <p:spPr>
          <a:xfrm>
            <a:off x="113717" y="945634"/>
            <a:ext cx="3154347"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786B6B"/>
                </a:solidFill>
              </a:rPr>
              <a:t>Efficiency &amp; Problems Resolutions</a:t>
            </a:r>
            <a:endParaRPr lang="en-US" b="1">
              <a:solidFill>
                <a:srgbClr val="786B6B"/>
              </a:solidFill>
            </a:endParaRPr>
          </a:p>
          <a:p>
            <a:pPr marL="285750" indent="-285750">
              <a:buChar char="•"/>
            </a:pPr>
            <a:r>
              <a:rPr lang="en-US" dirty="0">
                <a:solidFill>
                  <a:srgbClr val="273B68"/>
                </a:solidFill>
                <a:latin typeface="Yeseva One"/>
              </a:rPr>
              <a:t>They prevent any chances of contamination with real-time monitoring.</a:t>
            </a:r>
            <a:endParaRPr lang="en-US">
              <a:latin typeface="Yeseva One"/>
            </a:endParaRPr>
          </a:p>
          <a:p>
            <a:pPr marL="285750" indent="-285750">
              <a:buChar char="•"/>
            </a:pPr>
            <a:r>
              <a:rPr lang="en-US" dirty="0">
                <a:solidFill>
                  <a:srgbClr val="273B68"/>
                </a:solidFill>
                <a:latin typeface="Yeseva One"/>
              </a:rPr>
              <a:t>They lessen the need for manual testing through automated alerts.</a:t>
            </a:r>
            <a:endParaRPr lang="en-US">
              <a:latin typeface="Yeseva One"/>
            </a:endParaRPr>
          </a:p>
          <a:p>
            <a:pPr marL="285750" indent="-285750">
              <a:buChar char="•"/>
            </a:pPr>
            <a:r>
              <a:rPr lang="en-US" dirty="0">
                <a:solidFill>
                  <a:srgbClr val="273B68"/>
                </a:solidFill>
                <a:latin typeface="Yeseva One"/>
              </a:rPr>
              <a:t>They are a cheap option compared to lab testing.</a:t>
            </a:r>
            <a:endParaRPr lang="en-US">
              <a:latin typeface="Yeseva One"/>
            </a:endParaRPr>
          </a:p>
          <a:p>
            <a:pPr marL="285750" indent="-285750" algn="l">
              <a:buChar char="•"/>
            </a:pPr>
            <a:endParaRPr lang="en-US" dirty="0">
              <a:latin typeface="Yeseva One"/>
            </a:endParaRPr>
          </a:p>
        </p:txBody>
      </p:sp>
      <p:sp>
        <p:nvSpPr>
          <p:cNvPr id="3" name="TextBox 2">
            <a:extLst>
              <a:ext uri="{FF2B5EF4-FFF2-40B4-BE49-F238E27FC236}">
                <a16:creationId xmlns:a16="http://schemas.microsoft.com/office/drawing/2014/main" id="{3527766A-A753-1120-2FBD-9E616265DD94}"/>
              </a:ext>
            </a:extLst>
          </p:cNvPr>
          <p:cNvSpPr txBox="1"/>
          <p:nvPr/>
        </p:nvSpPr>
        <p:spPr>
          <a:xfrm>
            <a:off x="3378549" y="879760"/>
            <a:ext cx="2866687"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786B6B"/>
                </a:solidFill>
              </a:rPr>
              <a:t>Potential for Expansion</a:t>
            </a:r>
          </a:p>
          <a:p>
            <a:pPr marL="285750" indent="-285750">
              <a:buChar char="•"/>
            </a:pPr>
            <a:r>
              <a:rPr lang="en-US" dirty="0">
                <a:solidFill>
                  <a:srgbClr val="273B68"/>
                </a:solidFill>
                <a:latin typeface="Yeseva One"/>
              </a:rPr>
              <a:t>They use cloud technology for efficient handling of enormous amounts of data.</a:t>
            </a:r>
            <a:endParaRPr lang="en-US">
              <a:latin typeface="Yeseva One"/>
            </a:endParaRPr>
          </a:p>
          <a:p>
            <a:pPr marL="285750" indent="-285750">
              <a:buChar char="•"/>
            </a:pPr>
            <a:r>
              <a:rPr lang="en-US" dirty="0">
                <a:solidFill>
                  <a:srgbClr val="273B68"/>
                </a:solidFill>
                <a:latin typeface="Yeseva One"/>
              </a:rPr>
              <a:t>Use of many sensors expands the area of monitoring.</a:t>
            </a:r>
            <a:endParaRPr lang="en-US">
              <a:latin typeface="Yeseva One"/>
            </a:endParaRPr>
          </a:p>
          <a:p>
            <a:pPr marL="285750" indent="-285750">
              <a:buChar char="•"/>
            </a:pPr>
            <a:r>
              <a:rPr lang="en-US" dirty="0">
                <a:solidFill>
                  <a:srgbClr val="273B68"/>
                </a:solidFill>
                <a:latin typeface="Yeseva One"/>
              </a:rPr>
              <a:t>They take proactive measures through AI forecasts</a:t>
            </a:r>
            <a:endParaRPr lang="en-US">
              <a:latin typeface="Yeseva One"/>
            </a:endParaRPr>
          </a:p>
          <a:p>
            <a:pPr algn="l"/>
            <a:endParaRPr lang="en-US" dirty="0">
              <a:latin typeface="Playfair Display"/>
            </a:endParaRPr>
          </a:p>
        </p:txBody>
      </p:sp>
      <p:sp>
        <p:nvSpPr>
          <p:cNvPr id="4" name="TextBox 3">
            <a:extLst>
              <a:ext uri="{FF2B5EF4-FFF2-40B4-BE49-F238E27FC236}">
                <a16:creationId xmlns:a16="http://schemas.microsoft.com/office/drawing/2014/main" id="{355DC1C2-3724-6415-3CE3-F0AD2FD05A3C}"/>
              </a:ext>
            </a:extLst>
          </p:cNvPr>
          <p:cNvSpPr txBox="1"/>
          <p:nvPr/>
        </p:nvSpPr>
        <p:spPr>
          <a:xfrm>
            <a:off x="6433875" y="880133"/>
            <a:ext cx="2478162"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786B6B"/>
                </a:solidFill>
              </a:rPr>
              <a:t>Other Advancements</a:t>
            </a:r>
          </a:p>
          <a:p>
            <a:pPr marL="285750" indent="-285750">
              <a:buChar char="•"/>
            </a:pPr>
            <a:r>
              <a:rPr lang="en-US" dirty="0">
                <a:solidFill>
                  <a:srgbClr val="273B68"/>
                </a:solidFill>
                <a:latin typeface="Yeseva One"/>
              </a:rPr>
              <a:t>They detect leaks using flow of water sensors.</a:t>
            </a:r>
            <a:endParaRPr lang="en-US">
              <a:latin typeface="Yeseva One"/>
            </a:endParaRPr>
          </a:p>
          <a:p>
            <a:pPr marL="285750" indent="-285750">
              <a:buChar char="•"/>
            </a:pPr>
            <a:r>
              <a:rPr lang="en-US" dirty="0">
                <a:solidFill>
                  <a:srgbClr val="273B68"/>
                </a:solidFill>
                <a:latin typeface="Yeseva One"/>
              </a:rPr>
              <a:t>Remote usage is possible due to the provision of solar energy.</a:t>
            </a:r>
            <a:endParaRPr lang="en-US">
              <a:latin typeface="Yeseva One"/>
            </a:endParaRPr>
          </a:p>
          <a:p>
            <a:pPr marL="285750" indent="-285750">
              <a:buChar char="•"/>
            </a:pPr>
            <a:r>
              <a:rPr lang="en-US" dirty="0">
                <a:solidFill>
                  <a:srgbClr val="273B68"/>
                </a:solidFill>
                <a:latin typeface="Yeseva One"/>
              </a:rPr>
              <a:t>Access to the system is made simple by using mobile app dashboard.</a:t>
            </a:r>
            <a:endParaRPr lang="en-US">
              <a:latin typeface="Yeseva One"/>
            </a:endParaRPr>
          </a:p>
          <a:p>
            <a:pPr marL="285750" indent="-285750" algn="l">
              <a:buChar char="•"/>
            </a:pPr>
            <a:endParaRPr lang="en-US" dirty="0">
              <a:latin typeface="Yeseva On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1"/>
          <p:cNvSpPr txBox="1"/>
          <p:nvPr/>
        </p:nvSpPr>
        <p:spPr>
          <a:xfrm>
            <a:off x="870999" y="270758"/>
            <a:ext cx="3792900" cy="323100"/>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Clr>
                <a:srgbClr val="000000"/>
              </a:buClr>
              <a:buSzPts val="2100"/>
              <a:buFont typeface="Arial"/>
              <a:buNone/>
            </a:pPr>
            <a:r>
              <a:rPr lang="en" sz="2100" b="0" i="0" u="sng" strike="noStrike" cap="none" dirty="0">
                <a:solidFill>
                  <a:schemeClr val="dk2"/>
                </a:solidFill>
                <a:latin typeface="Playfair Display"/>
                <a:ea typeface="Playfair Display"/>
                <a:cs typeface="Playfair Display"/>
                <a:sym typeface="Playfair Display"/>
              </a:rPr>
              <a:t>Team Member Details:</a:t>
            </a:r>
            <a:endParaRPr sz="2100" b="0" i="0" u="none" strike="noStrike" cap="none" dirty="0">
              <a:solidFill>
                <a:schemeClr val="dk2"/>
              </a:solidFill>
              <a:latin typeface="Playfair Display"/>
              <a:ea typeface="Playfair Display"/>
              <a:cs typeface="Playfair Display"/>
              <a:sym typeface="Playfair Display"/>
            </a:endParaRPr>
          </a:p>
        </p:txBody>
      </p:sp>
      <p:grpSp>
        <p:nvGrpSpPr>
          <p:cNvPr id="419" name="Google Shape;419;p31"/>
          <p:cNvGrpSpPr/>
          <p:nvPr/>
        </p:nvGrpSpPr>
        <p:grpSpPr>
          <a:xfrm>
            <a:off x="864689" y="769989"/>
            <a:ext cx="7352391" cy="4461578"/>
            <a:chOff x="1804510" y="1106979"/>
            <a:chExt cx="11833905" cy="3803948"/>
          </a:xfrm>
        </p:grpSpPr>
        <p:sp>
          <p:nvSpPr>
            <p:cNvPr id="420" name="Google Shape;420;p31"/>
            <p:cNvSpPr txBox="1"/>
            <p:nvPr/>
          </p:nvSpPr>
          <p:spPr>
            <a:xfrm>
              <a:off x="1999516" y="1106979"/>
              <a:ext cx="11638899" cy="446098"/>
            </a:xfrm>
            <a:prstGeom prst="rect">
              <a:avLst/>
            </a:prstGeom>
            <a:noFill/>
            <a:ln>
              <a:noFill/>
            </a:ln>
          </p:spPr>
          <p:txBody>
            <a:bodyPr spcFirstLastPara="1" wrap="square" lIns="0" tIns="0" rIns="0" bIns="0" anchor="t" anchorCtr="0">
              <a:spAutoFit/>
            </a:bodyPr>
            <a:lstStyle/>
            <a:p>
              <a:pPr marL="0" marR="0" lvl="0" indent="0" algn="just" rtl="0">
                <a:lnSpc>
                  <a:spcPct val="200000"/>
                </a:lnSpc>
                <a:spcBef>
                  <a:spcPts val="0"/>
                </a:spcBef>
                <a:spcAft>
                  <a:spcPts val="0"/>
                </a:spcAft>
                <a:buClr>
                  <a:srgbClr val="000000"/>
                </a:buClr>
                <a:buSzPts val="1700"/>
                <a:buFont typeface="Arial"/>
                <a:buNone/>
              </a:pPr>
              <a:r>
                <a:rPr lang="en" sz="1700" b="1" i="0" u="sng" strike="noStrike" cap="none" dirty="0">
                  <a:solidFill>
                    <a:srgbClr val="000000"/>
                  </a:solidFill>
                  <a:latin typeface="Arial"/>
                  <a:ea typeface="Arial"/>
                  <a:cs typeface="Arial"/>
                  <a:sym typeface="Arial"/>
                </a:rPr>
                <a:t>Name</a:t>
              </a:r>
              <a:r>
                <a:rPr lang="en" sz="1700" b="0" i="0" u="sng" strike="noStrike" cap="none" dirty="0">
                  <a:solidFill>
                    <a:srgbClr val="000000"/>
                  </a:solidFill>
                  <a:latin typeface="Arial"/>
                  <a:ea typeface="Arial"/>
                  <a:cs typeface="Arial"/>
                  <a:sym typeface="Arial"/>
                </a:rPr>
                <a:t>      		</a:t>
              </a:r>
              <a:r>
                <a:rPr lang="en" sz="1700" b="1" i="0" u="sng" strike="noStrike" cap="none" dirty="0">
                  <a:solidFill>
                    <a:srgbClr val="000000"/>
                  </a:solidFill>
                  <a:latin typeface="Arial"/>
                  <a:ea typeface="Arial"/>
                  <a:cs typeface="Arial"/>
                  <a:sym typeface="Arial"/>
                </a:rPr>
                <a:t>Roll No</a:t>
              </a:r>
              <a:r>
                <a:rPr lang="en" sz="1700" b="0" i="0" u="sng" strike="noStrike" cap="none" dirty="0">
                  <a:solidFill>
                    <a:srgbClr val="000000"/>
                  </a:solidFill>
                  <a:latin typeface="Arial"/>
                  <a:ea typeface="Arial"/>
                  <a:cs typeface="Arial"/>
                  <a:sym typeface="Arial"/>
                </a:rPr>
                <a:t>				</a:t>
              </a:r>
              <a:r>
                <a:rPr lang="en" sz="1700" b="1" i="0" u="sng" strike="noStrike" cap="none" dirty="0">
                  <a:solidFill>
                    <a:srgbClr val="000000"/>
                  </a:solidFill>
                  <a:latin typeface="Arial"/>
                  <a:ea typeface="Arial"/>
                  <a:cs typeface="Arial"/>
                  <a:sym typeface="Arial"/>
                </a:rPr>
                <a:t>Dept</a:t>
              </a:r>
              <a:endParaRPr sz="1700" b="1" i="0" u="sng" strike="noStrike" cap="none" dirty="0">
                <a:solidFill>
                  <a:srgbClr val="000000"/>
                </a:solidFill>
                <a:latin typeface="Arial"/>
                <a:ea typeface="Arial"/>
                <a:cs typeface="Arial"/>
                <a:sym typeface="Arial"/>
              </a:endParaRPr>
            </a:p>
          </p:txBody>
        </p:sp>
        <p:sp>
          <p:nvSpPr>
            <p:cNvPr id="421" name="Google Shape;421;p31"/>
            <p:cNvSpPr txBox="1"/>
            <p:nvPr/>
          </p:nvSpPr>
          <p:spPr>
            <a:xfrm>
              <a:off x="1804510" y="1689453"/>
              <a:ext cx="11638899" cy="2361697"/>
            </a:xfrm>
            <a:prstGeom prst="rect">
              <a:avLst/>
            </a:prstGeom>
            <a:noFill/>
            <a:ln>
              <a:noFill/>
            </a:ln>
          </p:spPr>
          <p:txBody>
            <a:bodyPr spcFirstLastPara="1" wrap="square" lIns="0" tIns="0" rIns="0" bIns="0" anchor="t" anchorCtr="0">
              <a:spAutoFit/>
            </a:bodyPr>
            <a:lstStyle/>
            <a:p>
              <a:pPr marL="0" marR="0" lvl="0" indent="0" algn="just" rtl="0">
                <a:lnSpc>
                  <a:spcPct val="200000"/>
                </a:lnSpc>
                <a:spcBef>
                  <a:spcPts val="0"/>
                </a:spcBef>
                <a:spcAft>
                  <a:spcPts val="0"/>
                </a:spcAft>
                <a:buClr>
                  <a:srgbClr val="000000"/>
                </a:buClr>
                <a:buSzPts val="1700"/>
                <a:buFont typeface="Arial"/>
                <a:buNone/>
              </a:pPr>
              <a:r>
                <a:rPr lang="en" sz="1800" dirty="0"/>
                <a:t>VIJAYA DHANUSH V          </a:t>
              </a:r>
              <a:r>
                <a:rPr lang="en" sz="1800"/>
                <a:t>24UME156                                      MECH</a:t>
              </a:r>
              <a:endParaRPr lang="en" sz="1800" dirty="0"/>
            </a:p>
            <a:p>
              <a:pPr marL="0" marR="0" lvl="0" indent="0" algn="just" rtl="0">
                <a:lnSpc>
                  <a:spcPct val="200000"/>
                </a:lnSpc>
                <a:spcBef>
                  <a:spcPts val="0"/>
                </a:spcBef>
                <a:spcAft>
                  <a:spcPts val="0"/>
                </a:spcAft>
                <a:buClr>
                  <a:srgbClr val="000000"/>
                </a:buClr>
                <a:buSzPts val="1700"/>
                <a:buFont typeface="Arial"/>
                <a:buNone/>
              </a:pPr>
              <a:r>
                <a:rPr lang="en" sz="1800" b="0" i="0" u="none" strike="noStrike" cap="none" dirty="0">
                  <a:solidFill>
                    <a:srgbClr val="000000"/>
                  </a:solidFill>
                  <a:latin typeface="Arial"/>
                  <a:ea typeface="Arial"/>
                  <a:cs typeface="Arial"/>
                </a:rPr>
                <a:t>SANJAY RAM J                  24UME145                                       MECH</a:t>
              </a:r>
            </a:p>
            <a:p>
              <a:pPr marL="0" marR="0" lvl="0" indent="0" algn="just" rtl="0">
                <a:lnSpc>
                  <a:spcPct val="200000"/>
                </a:lnSpc>
                <a:spcBef>
                  <a:spcPts val="0"/>
                </a:spcBef>
                <a:spcAft>
                  <a:spcPts val="0"/>
                </a:spcAft>
                <a:buClr>
                  <a:srgbClr val="000000"/>
                </a:buClr>
                <a:buSzPts val="1700"/>
                <a:buFont typeface="Arial"/>
                <a:buNone/>
              </a:pPr>
              <a:r>
                <a:rPr lang="en" sz="1800" dirty="0"/>
                <a:t>SABARINATHAN S</a:t>
              </a:r>
              <a:r>
                <a:rPr lang="en" sz="1800" b="0" i="0" u="none" strike="noStrike" cap="none" dirty="0">
                  <a:solidFill>
                    <a:srgbClr val="000000"/>
                  </a:solidFill>
                  <a:latin typeface="Arial"/>
                  <a:ea typeface="Arial"/>
                  <a:cs typeface="Arial"/>
                </a:rPr>
                <a:t>            24UME143                                       MECH</a:t>
              </a:r>
            </a:p>
            <a:p>
              <a:pPr marL="0" marR="0" lvl="0" indent="0" algn="just" rtl="0">
                <a:lnSpc>
                  <a:spcPct val="200000"/>
                </a:lnSpc>
                <a:spcBef>
                  <a:spcPts val="0"/>
                </a:spcBef>
                <a:spcAft>
                  <a:spcPts val="0"/>
                </a:spcAft>
                <a:buClr>
                  <a:srgbClr val="000000"/>
                </a:buClr>
                <a:buSzPts val="1700"/>
                <a:buFont typeface="Arial"/>
                <a:buNone/>
              </a:pPr>
              <a:r>
                <a:rPr lang="en" sz="1800" dirty="0"/>
                <a:t>SUBHASINI M                    24UAD246                                       MECH</a:t>
              </a:r>
            </a:p>
            <a:p>
              <a:pPr marL="0" marR="0" lvl="0" indent="0" algn="just" rtl="0">
                <a:lnSpc>
                  <a:spcPct val="200000"/>
                </a:lnSpc>
                <a:spcBef>
                  <a:spcPts val="0"/>
                </a:spcBef>
                <a:spcAft>
                  <a:spcPts val="0"/>
                </a:spcAft>
                <a:buClr>
                  <a:srgbClr val="000000"/>
                </a:buClr>
                <a:buSzPts val="1700"/>
                <a:buFont typeface="Arial"/>
                <a:buNone/>
              </a:pPr>
              <a:r>
                <a:rPr lang="en" sz="1800" b="0" i="0" u="none" strike="noStrike" cap="none" dirty="0">
                  <a:solidFill>
                    <a:srgbClr val="000000"/>
                  </a:solidFill>
                  <a:latin typeface="Arial"/>
                  <a:ea typeface="Arial"/>
                  <a:cs typeface="Arial"/>
                </a:rPr>
                <a:t>SAI JANANI SK                  24UAD226                                       MECH</a:t>
              </a:r>
            </a:p>
          </p:txBody>
        </p:sp>
        <p:sp>
          <p:nvSpPr>
            <p:cNvPr id="422" name="Google Shape;422;p31"/>
            <p:cNvSpPr txBox="1"/>
            <p:nvPr/>
          </p:nvSpPr>
          <p:spPr>
            <a:xfrm>
              <a:off x="1999517" y="3501605"/>
              <a:ext cx="9685800" cy="1409322"/>
            </a:xfrm>
            <a:prstGeom prst="rect">
              <a:avLst/>
            </a:prstGeom>
            <a:noFill/>
            <a:ln>
              <a:noFill/>
            </a:ln>
          </p:spPr>
          <p:txBody>
            <a:bodyPr spcFirstLastPara="1" wrap="square" lIns="0" tIns="0" rIns="0" bIns="0" anchor="t" anchorCtr="0">
              <a:spAutoFit/>
            </a:bodyPr>
            <a:lstStyle/>
            <a:p>
              <a:pPr marL="0" marR="0" lvl="0" indent="0" algn="just" rtl="0">
                <a:lnSpc>
                  <a:spcPct val="200000"/>
                </a:lnSpc>
                <a:spcBef>
                  <a:spcPts val="0"/>
                </a:spcBef>
                <a:spcAft>
                  <a:spcPts val="0"/>
                </a:spcAft>
                <a:buClr>
                  <a:srgbClr val="000000"/>
                </a:buClr>
                <a:buSzPts val="1700"/>
                <a:buFont typeface="Arial"/>
                <a:buNone/>
              </a:pPr>
              <a:endParaRPr lang="en" sz="1700" b="0" i="0" u="none" strike="noStrike" cap="none" dirty="0">
                <a:solidFill>
                  <a:srgbClr val="000000"/>
                </a:solidFill>
                <a:latin typeface="Arial"/>
                <a:ea typeface="Arial"/>
                <a:cs typeface="Arial"/>
              </a:endParaRPr>
            </a:p>
          </p:txBody>
        </p:sp>
      </p:grpSp>
      <p:sp>
        <p:nvSpPr>
          <p:cNvPr id="425" name="Google Shape;425;p31"/>
          <p:cNvSpPr txBox="1"/>
          <p:nvPr/>
        </p:nvSpPr>
        <p:spPr>
          <a:xfrm>
            <a:off x="871000" y="4667400"/>
            <a:ext cx="2274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IPS TECH COMMUNITY</a:t>
            </a:r>
            <a:endParaRPr sz="1400" b="1" i="0" u="none" strike="noStrike" cap="none">
              <a:solidFill>
                <a:srgbClr val="000000"/>
              </a:solidFill>
              <a:latin typeface="Calibri"/>
              <a:ea typeface="Calibri"/>
              <a:cs typeface="Calibri"/>
              <a:sym typeface="Calibri"/>
            </a:endParaRPr>
          </a:p>
        </p:txBody>
      </p:sp>
      <p:pic>
        <p:nvPicPr>
          <p:cNvPr id="426" name="Google Shape;426;p31"/>
          <p:cNvPicPr preferRelativeResize="0"/>
          <p:nvPr/>
        </p:nvPicPr>
        <p:blipFill rotWithShape="1">
          <a:blip r:embed="rId3">
            <a:alphaModFix/>
          </a:blip>
          <a:srcRect/>
          <a:stretch/>
        </p:blipFill>
        <p:spPr>
          <a:xfrm>
            <a:off x="395425" y="4538950"/>
            <a:ext cx="475574" cy="475574"/>
          </a:xfrm>
          <a:prstGeom prst="rect">
            <a:avLst/>
          </a:prstGeom>
          <a:noFill/>
          <a:ln>
            <a:noFill/>
          </a:ln>
        </p:spPr>
      </p:pic>
      <p:sp>
        <p:nvSpPr>
          <p:cNvPr id="427" name="Google Shape;427;p31"/>
          <p:cNvSpPr txBox="1"/>
          <p:nvPr/>
        </p:nvSpPr>
        <p:spPr>
          <a:xfrm>
            <a:off x="871000" y="4561338"/>
            <a:ext cx="1462800" cy="430800"/>
          </a:xfrm>
          <a:prstGeom prst="rect">
            <a:avLst/>
          </a:prstGeom>
          <a:noFill/>
          <a:ln>
            <a:noFill/>
          </a:ln>
        </p:spPr>
        <p:txBody>
          <a:bodyPr spcFirstLastPara="1" wrap="square" lIns="91425" tIns="91425" rIns="91425" bIns="91425" anchor="t" anchorCtr="0">
            <a:noAutofit/>
          </a:bodyPr>
          <a:lstStyle/>
          <a:p>
            <a:pPr marL="0" marR="0" lvl="0" indent="0" algn="l" rtl="0">
              <a:lnSpc>
                <a:spcPct val="130000"/>
              </a:lnSpc>
              <a:spcBef>
                <a:spcPts val="0"/>
              </a:spcBef>
              <a:spcAft>
                <a:spcPts val="0"/>
              </a:spcAft>
              <a:buClr>
                <a:srgbClr val="000000"/>
              </a:buClr>
              <a:buSzPts val="358"/>
              <a:buFont typeface="Arial"/>
              <a:buNone/>
            </a:pPr>
            <a:r>
              <a:rPr lang="en" sz="700" b="0" i="0" u="none" strike="noStrike" cap="none">
                <a:solidFill>
                  <a:schemeClr val="dk1"/>
                </a:solidFill>
                <a:latin typeface="Arial"/>
                <a:ea typeface="Arial"/>
                <a:cs typeface="Arial"/>
                <a:sym typeface="Arial"/>
              </a:rPr>
              <a:t>PYEXPO 2025</a:t>
            </a:r>
            <a:endParaRPr sz="700" b="0" i="0" u="none"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rgbClr val="000000"/>
              </a:buClr>
              <a:buSzPts val="358"/>
              <a:buFont typeface="Arial"/>
              <a:buNone/>
            </a:pPr>
            <a:endParaRPr sz="700" b="0" i="0" u="none" strike="noStrike" cap="none">
              <a:solidFill>
                <a:srgbClr val="0000FF"/>
              </a:solidFill>
              <a:latin typeface="Calibri"/>
              <a:ea typeface="Calibri"/>
              <a:cs typeface="Calibri"/>
              <a:sym typeface="Calibri"/>
            </a:endParaRPr>
          </a:p>
        </p:txBody>
      </p:sp>
      <p:pic>
        <p:nvPicPr>
          <p:cNvPr id="428" name="Google Shape;428;p31"/>
          <p:cNvPicPr preferRelativeResize="0"/>
          <p:nvPr/>
        </p:nvPicPr>
        <p:blipFill>
          <a:blip r:embed="rId4">
            <a:alphaModFix amt="11000"/>
          </a:blip>
          <a:stretch>
            <a:fillRect/>
          </a:stretch>
        </p:blipFill>
        <p:spPr>
          <a:xfrm>
            <a:off x="3267856" y="1687183"/>
            <a:ext cx="2857290" cy="2946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433" name="Google Shape;433;p32"/>
          <p:cNvGrpSpPr/>
          <p:nvPr/>
        </p:nvGrpSpPr>
        <p:grpSpPr>
          <a:xfrm>
            <a:off x="-22735" y="-1"/>
            <a:ext cx="3364110" cy="5187250"/>
            <a:chOff x="-22735" y="0"/>
            <a:chExt cx="3364110" cy="5187250"/>
          </a:xfrm>
        </p:grpSpPr>
        <p:pic>
          <p:nvPicPr>
            <p:cNvPr id="434" name="Google Shape;434;p32"/>
            <p:cNvPicPr preferRelativeResize="0"/>
            <p:nvPr/>
          </p:nvPicPr>
          <p:blipFill rotWithShape="1">
            <a:blip r:embed="rId3">
              <a:alphaModFix/>
            </a:blip>
            <a:srcRect l="5517" t="-5104" b="30034"/>
            <a:stretch/>
          </p:blipFill>
          <p:spPr>
            <a:xfrm rot="5400000">
              <a:off x="-539655" y="1113340"/>
              <a:ext cx="3981888" cy="2948008"/>
            </a:xfrm>
            <a:prstGeom prst="rect">
              <a:avLst/>
            </a:prstGeom>
            <a:noFill/>
            <a:ln>
              <a:noFill/>
            </a:ln>
          </p:spPr>
        </p:pic>
        <p:pic>
          <p:nvPicPr>
            <p:cNvPr id="435" name="Google Shape;435;p32"/>
            <p:cNvPicPr preferRelativeResize="0"/>
            <p:nvPr/>
          </p:nvPicPr>
          <p:blipFill rotWithShape="1">
            <a:blip r:embed="rId4">
              <a:alphaModFix/>
            </a:blip>
            <a:srcRect l="11254" r="13011" b="50880"/>
            <a:stretch/>
          </p:blipFill>
          <p:spPr>
            <a:xfrm rot="5400000">
              <a:off x="-600537" y="1202811"/>
              <a:ext cx="2723513" cy="1510690"/>
            </a:xfrm>
            <a:prstGeom prst="rect">
              <a:avLst/>
            </a:prstGeom>
            <a:noFill/>
            <a:ln>
              <a:noFill/>
            </a:ln>
          </p:spPr>
        </p:pic>
        <p:pic>
          <p:nvPicPr>
            <p:cNvPr id="436" name="Google Shape;436;p32"/>
            <p:cNvPicPr preferRelativeResize="0"/>
            <p:nvPr/>
          </p:nvPicPr>
          <p:blipFill rotWithShape="1">
            <a:blip r:embed="rId3">
              <a:alphaModFix/>
            </a:blip>
            <a:srcRect t="4102" b="50813"/>
            <a:stretch/>
          </p:blipFill>
          <p:spPr>
            <a:xfrm rot="5400000">
              <a:off x="-1036776" y="2590637"/>
              <a:ext cx="3595978" cy="1510690"/>
            </a:xfrm>
            <a:prstGeom prst="rect">
              <a:avLst/>
            </a:prstGeom>
            <a:noFill/>
            <a:ln>
              <a:noFill/>
            </a:ln>
          </p:spPr>
        </p:pic>
        <p:pic>
          <p:nvPicPr>
            <p:cNvPr id="437" name="Google Shape;437;p32"/>
            <p:cNvPicPr preferRelativeResize="0"/>
            <p:nvPr/>
          </p:nvPicPr>
          <p:blipFill rotWithShape="1">
            <a:blip r:embed="rId3">
              <a:alphaModFix/>
            </a:blip>
            <a:srcRect l="5516" t="-5104" r="37550" b="30034"/>
            <a:stretch/>
          </p:blipFill>
          <p:spPr>
            <a:xfrm rot="5400000">
              <a:off x="251575" y="2465300"/>
              <a:ext cx="2399450" cy="2948000"/>
            </a:xfrm>
            <a:prstGeom prst="rect">
              <a:avLst/>
            </a:prstGeom>
            <a:noFill/>
            <a:ln>
              <a:noFill/>
            </a:ln>
          </p:spPr>
        </p:pic>
        <p:grpSp>
          <p:nvGrpSpPr>
            <p:cNvPr id="438" name="Google Shape;438;p32"/>
            <p:cNvGrpSpPr/>
            <p:nvPr/>
          </p:nvGrpSpPr>
          <p:grpSpPr>
            <a:xfrm rot="-5400000">
              <a:off x="-599782" y="2439476"/>
              <a:ext cx="3281550" cy="2127456"/>
              <a:chOff x="-8" y="0"/>
              <a:chExt cx="3281550" cy="2127456"/>
            </a:xfrm>
          </p:grpSpPr>
          <p:pic>
            <p:nvPicPr>
              <p:cNvPr id="439" name="Google Shape;439;p32"/>
              <p:cNvPicPr preferRelativeResize="0"/>
              <p:nvPr/>
            </p:nvPicPr>
            <p:blipFill rotWithShape="1">
              <a:blip r:embed="rId3">
                <a:alphaModFix/>
              </a:blip>
              <a:srcRect l="5517" t="-5104" b="30034"/>
              <a:stretch/>
            </p:blipFill>
            <p:spPr>
              <a:xfrm rot="10800000">
                <a:off x="408192" y="0"/>
                <a:ext cx="2873350" cy="2127450"/>
              </a:xfrm>
              <a:prstGeom prst="rect">
                <a:avLst/>
              </a:prstGeom>
              <a:noFill/>
              <a:ln>
                <a:noFill/>
              </a:ln>
            </p:spPr>
          </p:pic>
          <p:pic>
            <p:nvPicPr>
              <p:cNvPr id="440" name="Google Shape;440;p32"/>
              <p:cNvPicPr preferRelativeResize="0"/>
              <p:nvPr/>
            </p:nvPicPr>
            <p:blipFill rotWithShape="1">
              <a:blip r:embed="rId4">
                <a:alphaModFix/>
              </a:blip>
              <a:srcRect l="11254" r="13011" b="50880"/>
              <a:stretch/>
            </p:blipFill>
            <p:spPr>
              <a:xfrm rot="10800000">
                <a:off x="1316242" y="20631"/>
                <a:ext cx="1965300" cy="1090200"/>
              </a:xfrm>
              <a:prstGeom prst="rect">
                <a:avLst/>
              </a:prstGeom>
              <a:noFill/>
              <a:ln>
                <a:noFill/>
              </a:ln>
            </p:spPr>
          </p:pic>
          <p:pic>
            <p:nvPicPr>
              <p:cNvPr id="441" name="Google Shape;441;p32"/>
              <p:cNvPicPr preferRelativeResize="0"/>
              <p:nvPr/>
            </p:nvPicPr>
            <p:blipFill rotWithShape="1">
              <a:blip r:embed="rId3">
                <a:alphaModFix/>
              </a:blip>
              <a:srcRect t="4102" b="50813"/>
              <a:stretch/>
            </p:blipFill>
            <p:spPr>
              <a:xfrm rot="10800000">
                <a:off x="-8" y="20626"/>
                <a:ext cx="2594875" cy="1090200"/>
              </a:xfrm>
              <a:prstGeom prst="rect">
                <a:avLst/>
              </a:prstGeom>
              <a:noFill/>
              <a:ln>
                <a:noFill/>
              </a:ln>
            </p:spPr>
          </p:pic>
          <p:pic>
            <p:nvPicPr>
              <p:cNvPr id="442" name="Google Shape;442;p32"/>
              <p:cNvPicPr preferRelativeResize="0"/>
              <p:nvPr/>
            </p:nvPicPr>
            <p:blipFill rotWithShape="1">
              <a:blip r:embed="rId3">
                <a:alphaModFix/>
              </a:blip>
              <a:srcRect l="5518" t="-5104" r="50851" b="30034"/>
              <a:stretch/>
            </p:blipFill>
            <p:spPr>
              <a:xfrm rot="10800000">
                <a:off x="408192" y="6"/>
                <a:ext cx="1326825" cy="2127450"/>
              </a:xfrm>
              <a:prstGeom prst="rect">
                <a:avLst/>
              </a:prstGeom>
              <a:noFill/>
              <a:ln>
                <a:noFill/>
              </a:ln>
            </p:spPr>
          </p:pic>
          <p:pic>
            <p:nvPicPr>
              <p:cNvPr id="443" name="Google Shape;443;p32"/>
              <p:cNvPicPr preferRelativeResize="0"/>
              <p:nvPr/>
            </p:nvPicPr>
            <p:blipFill rotWithShape="1">
              <a:blip r:embed="rId5">
                <a:alphaModFix/>
              </a:blip>
              <a:srcRect b="50443"/>
              <a:stretch/>
            </p:blipFill>
            <p:spPr>
              <a:xfrm rot="10800000">
                <a:off x="5" y="6"/>
                <a:ext cx="1651475" cy="762675"/>
              </a:xfrm>
              <a:prstGeom prst="rect">
                <a:avLst/>
              </a:prstGeom>
              <a:noFill/>
              <a:ln>
                <a:noFill/>
              </a:ln>
            </p:spPr>
          </p:pic>
          <p:pic>
            <p:nvPicPr>
              <p:cNvPr id="444" name="Google Shape;444;p32"/>
              <p:cNvPicPr preferRelativeResize="0"/>
              <p:nvPr/>
            </p:nvPicPr>
            <p:blipFill rotWithShape="1">
              <a:blip r:embed="rId5">
                <a:alphaModFix/>
              </a:blip>
              <a:srcRect b="50443"/>
              <a:stretch/>
            </p:blipFill>
            <p:spPr>
              <a:xfrm rot="10800000">
                <a:off x="5" y="682393"/>
                <a:ext cx="1651475" cy="762675"/>
              </a:xfrm>
              <a:prstGeom prst="rect">
                <a:avLst/>
              </a:prstGeom>
              <a:noFill/>
              <a:ln>
                <a:noFill/>
              </a:ln>
            </p:spPr>
          </p:pic>
        </p:grpSp>
        <p:pic>
          <p:nvPicPr>
            <p:cNvPr id="445" name="Google Shape;445;p32"/>
            <p:cNvPicPr preferRelativeResize="0"/>
            <p:nvPr/>
          </p:nvPicPr>
          <p:blipFill rotWithShape="1">
            <a:blip r:embed="rId3">
              <a:alphaModFix/>
            </a:blip>
            <a:srcRect l="35435" t="1038" r="-10067" b="47015"/>
            <a:stretch/>
          </p:blipFill>
          <p:spPr>
            <a:xfrm rot="5400000">
              <a:off x="-934288" y="911587"/>
              <a:ext cx="5187250" cy="3364075"/>
            </a:xfrm>
            <a:prstGeom prst="rect">
              <a:avLst/>
            </a:prstGeom>
            <a:noFill/>
            <a:ln>
              <a:noFill/>
            </a:ln>
          </p:spPr>
        </p:pic>
        <p:pic>
          <p:nvPicPr>
            <p:cNvPr id="446" name="Google Shape;446;p32"/>
            <p:cNvPicPr preferRelativeResize="0"/>
            <p:nvPr/>
          </p:nvPicPr>
          <p:blipFill rotWithShape="1">
            <a:blip r:embed="rId5">
              <a:alphaModFix/>
            </a:blip>
            <a:srcRect b="50443"/>
            <a:stretch/>
          </p:blipFill>
          <p:spPr>
            <a:xfrm rot="5400000">
              <a:off x="-280950" y="996475"/>
              <a:ext cx="959650" cy="443150"/>
            </a:xfrm>
            <a:prstGeom prst="rect">
              <a:avLst/>
            </a:prstGeom>
            <a:noFill/>
            <a:ln>
              <a:noFill/>
            </a:ln>
          </p:spPr>
        </p:pic>
        <p:pic>
          <p:nvPicPr>
            <p:cNvPr id="447" name="Google Shape;447;p32"/>
            <p:cNvPicPr preferRelativeResize="0"/>
            <p:nvPr/>
          </p:nvPicPr>
          <p:blipFill rotWithShape="1">
            <a:blip r:embed="rId5">
              <a:alphaModFix/>
            </a:blip>
            <a:srcRect b="50443"/>
            <a:stretch/>
          </p:blipFill>
          <p:spPr>
            <a:xfrm rot="5400000">
              <a:off x="-638593" y="2163864"/>
              <a:ext cx="2288614" cy="1056839"/>
            </a:xfrm>
            <a:prstGeom prst="rect">
              <a:avLst/>
            </a:prstGeom>
            <a:noFill/>
            <a:ln>
              <a:noFill/>
            </a:ln>
          </p:spPr>
        </p:pic>
        <p:pic>
          <p:nvPicPr>
            <p:cNvPr id="448" name="Google Shape;448;p32"/>
            <p:cNvPicPr preferRelativeResize="0"/>
            <p:nvPr/>
          </p:nvPicPr>
          <p:blipFill rotWithShape="1">
            <a:blip r:embed="rId4">
              <a:alphaModFix/>
            </a:blip>
            <a:srcRect l="11254" r="13011" b="50880"/>
            <a:stretch/>
          </p:blipFill>
          <p:spPr>
            <a:xfrm rot="5400000">
              <a:off x="-381573" y="3081635"/>
              <a:ext cx="1611750" cy="894075"/>
            </a:xfrm>
            <a:prstGeom prst="rect">
              <a:avLst/>
            </a:prstGeom>
            <a:noFill/>
            <a:ln>
              <a:noFill/>
            </a:ln>
          </p:spPr>
        </p:pic>
      </p:grpSp>
      <p:sp>
        <p:nvSpPr>
          <p:cNvPr id="449" name="Google Shape;449;p32"/>
          <p:cNvSpPr txBox="1"/>
          <p:nvPr/>
        </p:nvSpPr>
        <p:spPr>
          <a:xfrm>
            <a:off x="3319950" y="2169275"/>
            <a:ext cx="2504100" cy="521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 sz="2800" b="1" i="0" u="none" strike="noStrike" cap="none">
                <a:solidFill>
                  <a:schemeClr val="dk2"/>
                </a:solidFill>
                <a:latin typeface="Playfair Display"/>
                <a:ea typeface="Playfair Display"/>
                <a:cs typeface="Playfair Display"/>
                <a:sym typeface="Playfair Display"/>
              </a:rPr>
              <a:t>THANK YOU !</a:t>
            </a:r>
            <a:endParaRPr sz="2800" b="1" i="0" u="none" strike="noStrike" cap="none">
              <a:solidFill>
                <a:schemeClr val="dk2"/>
              </a:solidFill>
              <a:latin typeface="Playfair Display"/>
              <a:ea typeface="Playfair Display"/>
              <a:cs typeface="Playfair Display"/>
              <a:sym typeface="Playfair Display"/>
            </a:endParaRPr>
          </a:p>
        </p:txBody>
      </p:sp>
      <p:pic>
        <p:nvPicPr>
          <p:cNvPr id="450" name="Google Shape;450;p32"/>
          <p:cNvPicPr preferRelativeResize="0"/>
          <p:nvPr/>
        </p:nvPicPr>
        <p:blipFill>
          <a:blip r:embed="rId6">
            <a:alphaModFix amt="11000"/>
          </a:blip>
          <a:stretch>
            <a:fillRect/>
          </a:stretch>
        </p:blipFill>
        <p:spPr>
          <a:xfrm>
            <a:off x="3089025" y="1286838"/>
            <a:ext cx="2946925" cy="2946925"/>
          </a:xfrm>
          <a:prstGeom prst="rect">
            <a:avLst/>
          </a:prstGeom>
          <a:noFill/>
          <a:ln>
            <a:noFill/>
          </a:ln>
        </p:spPr>
      </p:pic>
    </p:spTree>
  </p:cSld>
  <p:clrMapOvr>
    <a:masterClrMapping/>
  </p:clrMapOvr>
</p:sld>
</file>

<file path=ppt/theme/theme1.xml><?xml version="1.0" encoding="utf-8"?>
<a:theme xmlns:a="http://schemas.openxmlformats.org/drawingml/2006/main" name="Formal Meeting by Slidesgo">
  <a:themeElements>
    <a:clrScheme name="Simple Light">
      <a:dk1>
        <a:srgbClr val="000000"/>
      </a:dk1>
      <a:lt1>
        <a:srgbClr val="FFFFFF"/>
      </a:lt1>
      <a:dk2>
        <a:srgbClr val="001B5C"/>
      </a:dk2>
      <a:lt2>
        <a:srgbClr val="BF9000"/>
      </a:lt2>
      <a:accent1>
        <a:srgbClr val="D9D9D9"/>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489</Words>
  <Application>Microsoft Office PowerPoint</Application>
  <PresentationFormat>On-screen Show (16:9)</PresentationFormat>
  <Paragraphs>87</Paragraphs>
  <Slides>8</Slides>
  <Notes>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vt:i4>
      </vt:variant>
    </vt:vector>
  </HeadingPairs>
  <TitlesOfParts>
    <vt:vector size="22" baseType="lpstr">
      <vt:lpstr>Poppins Light</vt:lpstr>
      <vt:lpstr>Browallia New</vt:lpstr>
      <vt:lpstr>Arial</vt:lpstr>
      <vt:lpstr>Anaheim</vt:lpstr>
      <vt:lpstr>Nunito Light</vt:lpstr>
      <vt:lpstr>PT Sans</vt:lpstr>
      <vt:lpstr>Playfair Display</vt:lpstr>
      <vt:lpstr>Arial,Sans-Serif</vt:lpstr>
      <vt:lpstr>Yeseva One</vt:lpstr>
      <vt:lpstr>Calibri</vt:lpstr>
      <vt:lpstr>Atkinson Hyperlegible</vt:lpstr>
      <vt:lpstr>SimSun-ExtB</vt:lpstr>
      <vt:lpstr>Bebas Neue</vt:lpstr>
      <vt:lpstr>Formal Meeting by Slidesgo</vt:lpstr>
      <vt:lpstr>PYEXPO25</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sanjayjeya2006@gmail.com</cp:lastModifiedBy>
  <cp:revision>328</cp:revision>
  <dcterms:modified xsi:type="dcterms:W3CDTF">2025-02-14T14:12:52Z</dcterms:modified>
</cp:coreProperties>
</file>